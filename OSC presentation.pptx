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7" r:id="rId17"/>
    <p:sldId id="272" r:id="rId18"/>
    <p:sldId id="278" r:id="rId19"/>
    <p:sldId id="271" r:id="rId20"/>
    <p:sldId id="281" r:id="rId21"/>
    <p:sldId id="273" r:id="rId22"/>
    <p:sldId id="284" r:id="rId23"/>
    <p:sldId id="274" r:id="rId24"/>
    <p:sldId id="282" r:id="rId25"/>
    <p:sldId id="275" r:id="rId26"/>
    <p:sldId id="283" r:id="rId27"/>
    <p:sldId id="276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FDFDD"/>
    <a:srgbClr val="156082"/>
    <a:srgbClr val="042433"/>
    <a:srgbClr val="EA7EE8"/>
    <a:srgbClr val="0B0309"/>
    <a:srgbClr val="136081"/>
    <a:srgbClr val="8F8F8F"/>
    <a:srgbClr val="00B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6"/>
    <p:restoredTop sz="96525"/>
  </p:normalViewPr>
  <p:slideViewPr>
    <p:cSldViewPr snapToGrid="0">
      <p:cViewPr varScale="1">
        <p:scale>
          <a:sx n="81" d="100"/>
          <a:sy n="81" d="100"/>
        </p:scale>
        <p:origin x="21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D44475-737E-1A4F-8A11-DE66741928DA}" type="doc">
      <dgm:prSet loTypeId="urn:microsoft.com/office/officeart/2024/layout/NumberedLinearArrow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A77388-6A0E-D247-A75F-D0BA9F55E847}">
      <dgm:prSet phldrT="[Text]"/>
      <dgm:spPr/>
      <dgm:t>
        <a:bodyPr/>
        <a:lstStyle/>
        <a:p>
          <a:r>
            <a:rPr lang="en-US" dirty="0"/>
            <a:t>Starting balance</a:t>
          </a:r>
        </a:p>
        <a:p>
          <a:r>
            <a:rPr lang="en-US" dirty="0"/>
            <a:t>P100</a:t>
          </a:r>
        </a:p>
      </dgm:t>
    </dgm:pt>
    <dgm:pt modelId="{B0C223E4-4A4F-A14E-BD27-BDED3A7B38BE}" type="parTrans" cxnId="{1CFA0913-8B84-2145-BAAC-84D086B1A57F}">
      <dgm:prSet/>
      <dgm:spPr/>
      <dgm:t>
        <a:bodyPr/>
        <a:lstStyle/>
        <a:p>
          <a:endParaRPr lang="en-US"/>
        </a:p>
      </dgm:t>
    </dgm:pt>
    <dgm:pt modelId="{3DEE39AC-1351-4C4A-9464-5749D546BE9C}" type="sibTrans" cxnId="{1CFA0913-8B84-2145-BAAC-84D086B1A57F}">
      <dgm:prSet phldrT="1" phldr="0"/>
      <dgm:spPr/>
      <dgm:t>
        <a:bodyPr/>
        <a:lstStyle/>
        <a:p>
          <a:r>
            <a:t>1</a:t>
          </a:r>
        </a:p>
      </dgm:t>
    </dgm:pt>
    <dgm:pt modelId="{01D2AD2E-5E96-514A-AAB6-217404CBF316}">
      <dgm:prSet phldrT="[Text]"/>
      <dgm:spPr/>
      <dgm:t>
        <a:bodyPr/>
        <a:lstStyle/>
        <a:p>
          <a:r>
            <a:rPr lang="en-US" dirty="0">
              <a:solidFill>
                <a:schemeClr val="accent2">
                  <a:lumMod val="75000"/>
                </a:schemeClr>
              </a:solidFill>
            </a:rPr>
            <a:t>Process A </a:t>
          </a:r>
        </a:p>
        <a:p>
          <a:r>
            <a:rPr lang="en-US" dirty="0"/>
            <a:t>Reads P100, adds P50&gt; expects P150</a:t>
          </a:r>
        </a:p>
      </dgm:t>
    </dgm:pt>
    <dgm:pt modelId="{AE302C2E-FF26-224A-944A-642CF8333E13}" type="parTrans" cxnId="{A50CBF9F-580E-E542-8C7D-0AED5A2ECFE9}">
      <dgm:prSet/>
      <dgm:spPr/>
      <dgm:t>
        <a:bodyPr/>
        <a:lstStyle/>
        <a:p>
          <a:endParaRPr lang="en-US"/>
        </a:p>
      </dgm:t>
    </dgm:pt>
    <dgm:pt modelId="{9CE26C50-DF7E-9441-B032-A536B08A2D72}" type="sibTrans" cxnId="{A50CBF9F-580E-E542-8C7D-0AED5A2ECFE9}">
      <dgm:prSet phldrT="2" phldr="0"/>
      <dgm:spPr/>
      <dgm:t>
        <a:bodyPr/>
        <a:lstStyle/>
        <a:p>
          <a:r>
            <a:t>2</a:t>
          </a:r>
        </a:p>
      </dgm:t>
    </dgm:pt>
    <dgm:pt modelId="{1EBE9289-C0BE-5D4A-9AB5-1F829EFE2567}">
      <dgm:prSet phldrT="[Text]"/>
      <dgm:spPr/>
      <dgm:t>
        <a:bodyPr/>
        <a:lstStyle/>
        <a:p>
          <a:r>
            <a:rPr lang="en-US" dirty="0">
              <a:solidFill>
                <a:schemeClr val="accent3"/>
              </a:solidFill>
            </a:rPr>
            <a:t>Process B </a:t>
          </a:r>
        </a:p>
        <a:p>
          <a:r>
            <a:rPr lang="en-US" dirty="0"/>
            <a:t>Reads P100, adds P20&gt; expects P120</a:t>
          </a:r>
        </a:p>
      </dgm:t>
    </dgm:pt>
    <dgm:pt modelId="{27345690-B25E-6945-ADEE-44A954A22990}" type="parTrans" cxnId="{5B0AA355-9368-D244-A026-826C9E4D329E}">
      <dgm:prSet/>
      <dgm:spPr/>
      <dgm:t>
        <a:bodyPr/>
        <a:lstStyle/>
        <a:p>
          <a:endParaRPr lang="en-US"/>
        </a:p>
      </dgm:t>
    </dgm:pt>
    <dgm:pt modelId="{9149D76E-A5B4-F443-9462-76FA1170FEA2}" type="sibTrans" cxnId="{5B0AA355-9368-D244-A026-826C9E4D329E}">
      <dgm:prSet phldrT="3" phldr="0"/>
      <dgm:spPr/>
      <dgm:t>
        <a:bodyPr/>
        <a:lstStyle/>
        <a:p>
          <a:r>
            <a:t>3</a:t>
          </a:r>
        </a:p>
      </dgm:t>
    </dgm:pt>
    <dgm:pt modelId="{116FD0C8-4481-5C40-9F3F-D4FC876A1B77}" type="pres">
      <dgm:prSet presAssocID="{51D44475-737E-1A4F-8A11-DE66741928DA}" presName="linearFlow" presStyleCnt="0">
        <dgm:presLayoutVars>
          <dgm:dir/>
          <dgm:animLvl val="lvl"/>
          <dgm:resizeHandles val="exact"/>
        </dgm:presLayoutVars>
      </dgm:prSet>
      <dgm:spPr/>
    </dgm:pt>
    <dgm:pt modelId="{92230F72-AA5A-954E-B201-31CDBA487654}" type="pres">
      <dgm:prSet presAssocID="{06A77388-6A0E-D247-A75F-D0BA9F55E847}" presName="compositeNode" presStyleCnt="0"/>
      <dgm:spPr/>
    </dgm:pt>
    <dgm:pt modelId="{A1AA21C2-FE60-3F47-B933-E4C2C8D10785}" type="pres">
      <dgm:prSet presAssocID="{06A77388-6A0E-D247-A75F-D0BA9F55E84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F26881A-2309-794B-B180-396D864835C3}" type="pres">
      <dgm:prSet presAssocID="{06A77388-6A0E-D247-A75F-D0BA9F55E847}" presName="parSh" presStyleCnt="0"/>
      <dgm:spPr/>
    </dgm:pt>
    <dgm:pt modelId="{B7F56090-C25E-C54B-B3F7-662712711EF0}" type="pres">
      <dgm:prSet presAssocID="{06A77388-6A0E-D247-A75F-D0BA9F55E847}" presName="lineNode" presStyleLbl="alignNode1" presStyleIdx="0" presStyleCnt="9"/>
      <dgm:spPr/>
    </dgm:pt>
    <dgm:pt modelId="{34502D81-A98A-0F4D-9F12-9E9C7B735E80}" type="pres">
      <dgm:prSet presAssocID="{06A77388-6A0E-D247-A75F-D0BA9F55E847}" presName="lineArrowNode" presStyleLbl="alignNode1" presStyleIdx="1" presStyleCnt="9"/>
      <dgm:spPr/>
    </dgm:pt>
    <dgm:pt modelId="{42BD76D9-B2AD-394E-9C54-45ACFA86CC33}" type="pres">
      <dgm:prSet presAssocID="{3DEE39AC-1351-4C4A-9464-5749D546BE9C}" presName="sibTransNodeCircle" presStyleLbl="alignNode1" presStyleIdx="2" presStyleCnt="9">
        <dgm:presLayoutVars>
          <dgm:chMax val="0"/>
          <dgm:bulletEnabled/>
        </dgm:presLayoutVars>
      </dgm:prSet>
      <dgm:spPr/>
    </dgm:pt>
    <dgm:pt modelId="{83CA0E60-D78A-0B44-AE82-AE50FB5D14EE}" type="pres">
      <dgm:prSet presAssocID="{3DEE39AC-1351-4C4A-9464-5749D546BE9C}" presName="spacerBetweenCircleAndCallout" presStyleCnt="0">
        <dgm:presLayoutVars/>
      </dgm:prSet>
      <dgm:spPr/>
    </dgm:pt>
    <dgm:pt modelId="{A58B0936-54B9-214E-B878-E4142907AC9B}" type="pres">
      <dgm:prSet presAssocID="{3DEE39AC-1351-4C4A-9464-5749D546BE9C}" presName="verticalConnector" presStyleLbl="alignAccFollowNode1" presStyleIdx="0" presStyleCnt="3"/>
      <dgm:spPr/>
    </dgm:pt>
    <dgm:pt modelId="{CC88FB23-5F74-5143-BF85-FC26021A036F}" type="pres">
      <dgm:prSet presAssocID="{06A77388-6A0E-D247-A75F-D0BA9F55E847}" presName="nodeText" presStyleLbl="fgAcc1" presStyleIdx="0" presStyleCnt="3">
        <dgm:presLayoutVars>
          <dgm:bulletEnabled val="1"/>
        </dgm:presLayoutVars>
      </dgm:prSet>
      <dgm:spPr/>
    </dgm:pt>
    <dgm:pt modelId="{EA692823-6480-864D-BBBF-577DF4CAD7F4}" type="pres">
      <dgm:prSet presAssocID="{3DEE39AC-1351-4C4A-9464-5749D546BE9C}" presName="sibTransComposite" presStyleCnt="0"/>
      <dgm:spPr/>
    </dgm:pt>
    <dgm:pt modelId="{BF1A44B4-EF46-E347-8A6A-773D56C285DC}" type="pres">
      <dgm:prSet presAssocID="{01D2AD2E-5E96-514A-AAB6-217404CBF316}" presName="compositeNode" presStyleCnt="0"/>
      <dgm:spPr/>
    </dgm:pt>
    <dgm:pt modelId="{7E5D1ECF-B8A3-EB49-AAC0-881A268F63D3}" type="pres">
      <dgm:prSet presAssocID="{01D2AD2E-5E96-514A-AAB6-217404CBF31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F2C3E77-2DE9-2A46-8146-3CB14DA2BB9E}" type="pres">
      <dgm:prSet presAssocID="{01D2AD2E-5E96-514A-AAB6-217404CBF316}" presName="parSh" presStyleCnt="0"/>
      <dgm:spPr/>
    </dgm:pt>
    <dgm:pt modelId="{A735118B-7AB0-0A4B-9637-2A0765DEEFD0}" type="pres">
      <dgm:prSet presAssocID="{01D2AD2E-5E96-514A-AAB6-217404CBF316}" presName="lineNode" presStyleLbl="alignNode1" presStyleIdx="3" presStyleCnt="9"/>
      <dgm:spPr/>
    </dgm:pt>
    <dgm:pt modelId="{687E4715-571D-5142-A73A-482153A5ACE5}" type="pres">
      <dgm:prSet presAssocID="{01D2AD2E-5E96-514A-AAB6-217404CBF316}" presName="lineArrowNode" presStyleLbl="alignNode1" presStyleIdx="4" presStyleCnt="9"/>
      <dgm:spPr/>
    </dgm:pt>
    <dgm:pt modelId="{94FBA9FB-2A72-A14E-95D6-32E5298E0907}" type="pres">
      <dgm:prSet presAssocID="{9CE26C50-DF7E-9441-B032-A536B08A2D72}" presName="sibTransNodeCircle" presStyleLbl="alignNode1" presStyleIdx="5" presStyleCnt="9" custLinFactNeighborY="-1445">
        <dgm:presLayoutVars>
          <dgm:chMax val="0"/>
          <dgm:bulletEnabled/>
        </dgm:presLayoutVars>
      </dgm:prSet>
      <dgm:spPr/>
    </dgm:pt>
    <dgm:pt modelId="{F8F9836A-A7A1-B64A-9D0A-F11D2DF01DF3}" type="pres">
      <dgm:prSet presAssocID="{9CE26C50-DF7E-9441-B032-A536B08A2D72}" presName="spacerBetweenCircleAndCallout" presStyleCnt="0">
        <dgm:presLayoutVars/>
      </dgm:prSet>
      <dgm:spPr/>
    </dgm:pt>
    <dgm:pt modelId="{FCEC6EEB-6165-2C45-8110-5C6258920134}" type="pres">
      <dgm:prSet presAssocID="{9CE26C50-DF7E-9441-B032-A536B08A2D72}" presName="verticalConnector" presStyleLbl="alignAccFollowNode1" presStyleIdx="1" presStyleCnt="3"/>
      <dgm:spPr/>
    </dgm:pt>
    <dgm:pt modelId="{9090939D-9E24-924B-8FB9-6A9039A3FFC4}" type="pres">
      <dgm:prSet presAssocID="{01D2AD2E-5E96-514A-AAB6-217404CBF316}" presName="nodeText" presStyleLbl="fgAcc1" presStyleIdx="1" presStyleCnt="3">
        <dgm:presLayoutVars>
          <dgm:bulletEnabled val="1"/>
        </dgm:presLayoutVars>
      </dgm:prSet>
      <dgm:spPr/>
    </dgm:pt>
    <dgm:pt modelId="{B35620BE-F573-D745-9D56-B1E2D165A85A}" type="pres">
      <dgm:prSet presAssocID="{9CE26C50-DF7E-9441-B032-A536B08A2D72}" presName="sibTransComposite" presStyleCnt="0"/>
      <dgm:spPr/>
    </dgm:pt>
    <dgm:pt modelId="{9B680DD4-EBAC-1C4C-842F-1AE1CE20782E}" type="pres">
      <dgm:prSet presAssocID="{1EBE9289-C0BE-5D4A-9AB5-1F829EFE2567}" presName="compositeNode" presStyleCnt="0"/>
      <dgm:spPr/>
    </dgm:pt>
    <dgm:pt modelId="{9562B7C3-C300-2542-A804-3A6EE2FD7541}" type="pres">
      <dgm:prSet presAssocID="{1EBE9289-C0BE-5D4A-9AB5-1F829EFE256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CDBCE47-B519-E94B-93D9-6DD981DAC1F3}" type="pres">
      <dgm:prSet presAssocID="{1EBE9289-C0BE-5D4A-9AB5-1F829EFE2567}" presName="parSh" presStyleCnt="0"/>
      <dgm:spPr/>
    </dgm:pt>
    <dgm:pt modelId="{1EA03CE9-2922-4B48-B75F-899A4CE06E9A}" type="pres">
      <dgm:prSet presAssocID="{1EBE9289-C0BE-5D4A-9AB5-1F829EFE2567}" presName="lineNode" presStyleLbl="alignNode1" presStyleIdx="6" presStyleCnt="9"/>
      <dgm:spPr/>
    </dgm:pt>
    <dgm:pt modelId="{1A19371E-A437-1F4B-9D2A-5E39008CB256}" type="pres">
      <dgm:prSet presAssocID="{1EBE9289-C0BE-5D4A-9AB5-1F829EFE2567}" presName="lineArrowNode" presStyleLbl="alignNode1" presStyleIdx="7" presStyleCnt="9"/>
      <dgm:spPr/>
    </dgm:pt>
    <dgm:pt modelId="{D0367C1A-C476-6942-BB12-5F7E717785E0}" type="pres">
      <dgm:prSet presAssocID="{9149D76E-A5B4-F443-9462-76FA1170FEA2}" presName="sibTransNodeCircle" presStyleLbl="alignNode1" presStyleIdx="8" presStyleCnt="9">
        <dgm:presLayoutVars>
          <dgm:chMax val="0"/>
          <dgm:bulletEnabled/>
        </dgm:presLayoutVars>
      </dgm:prSet>
      <dgm:spPr/>
    </dgm:pt>
    <dgm:pt modelId="{9666B6DF-69B3-0B4A-B5A5-3668482526C1}" type="pres">
      <dgm:prSet presAssocID="{9149D76E-A5B4-F443-9462-76FA1170FEA2}" presName="spacerBetweenCircleAndCallout" presStyleCnt="0">
        <dgm:presLayoutVars/>
      </dgm:prSet>
      <dgm:spPr/>
    </dgm:pt>
    <dgm:pt modelId="{3E7F3B56-219F-5F42-96BF-26F183C3AB7E}" type="pres">
      <dgm:prSet presAssocID="{9149D76E-A5B4-F443-9462-76FA1170FEA2}" presName="verticalConnector" presStyleLbl="alignAccFollowNode1" presStyleIdx="2" presStyleCnt="3"/>
      <dgm:spPr/>
    </dgm:pt>
    <dgm:pt modelId="{B90D4523-42DF-584D-B514-EE3D407AE4BD}" type="pres">
      <dgm:prSet presAssocID="{1EBE9289-C0BE-5D4A-9AB5-1F829EFE2567}" presName="nodeText" presStyleLbl="fgAcc1" presStyleIdx="2" presStyleCnt="3">
        <dgm:presLayoutVars>
          <dgm:bulletEnabled val="1"/>
        </dgm:presLayoutVars>
      </dgm:prSet>
      <dgm:spPr/>
    </dgm:pt>
  </dgm:ptLst>
  <dgm:cxnLst>
    <dgm:cxn modelId="{1CFA0913-8B84-2145-BAAC-84D086B1A57F}" srcId="{51D44475-737E-1A4F-8A11-DE66741928DA}" destId="{06A77388-6A0E-D247-A75F-D0BA9F55E847}" srcOrd="0" destOrd="0" parTransId="{B0C223E4-4A4F-A14E-BD27-BDED3A7B38BE}" sibTransId="{3DEE39AC-1351-4C4A-9464-5749D546BE9C}"/>
    <dgm:cxn modelId="{9B27621A-71DE-2F48-812C-64BA106958CD}" type="presOf" srcId="{1EBE9289-C0BE-5D4A-9AB5-1F829EFE2567}" destId="{B90D4523-42DF-584D-B514-EE3D407AE4BD}" srcOrd="1" destOrd="0" presId="urn:microsoft.com/office/officeart/2024/layout/NumberedLinearArrowProcess"/>
    <dgm:cxn modelId="{35F94C1F-34E0-D640-B399-59E2BAA61162}" type="presOf" srcId="{9149D76E-A5B4-F443-9462-76FA1170FEA2}" destId="{D0367C1A-C476-6942-BB12-5F7E717785E0}" srcOrd="0" destOrd="0" presId="urn:microsoft.com/office/officeart/2024/layout/NumberedLinearArrowProcess"/>
    <dgm:cxn modelId="{5B0AA355-9368-D244-A026-826C9E4D329E}" srcId="{51D44475-737E-1A4F-8A11-DE66741928DA}" destId="{1EBE9289-C0BE-5D4A-9AB5-1F829EFE2567}" srcOrd="2" destOrd="0" parTransId="{27345690-B25E-6945-ADEE-44A954A22990}" sibTransId="{9149D76E-A5B4-F443-9462-76FA1170FEA2}"/>
    <dgm:cxn modelId="{2573A36F-ECC8-9A47-82EA-9D76E05F3CC2}" type="presOf" srcId="{1EBE9289-C0BE-5D4A-9AB5-1F829EFE2567}" destId="{1A19371E-A437-1F4B-9D2A-5E39008CB256}" srcOrd="0" destOrd="0" presId="urn:microsoft.com/office/officeart/2024/layout/NumberedLinearArrowProcess"/>
    <dgm:cxn modelId="{F0E7618A-8541-3842-B28E-2796D0DECBC9}" type="presOf" srcId="{01D2AD2E-5E96-514A-AAB6-217404CBF316}" destId="{9090939D-9E24-924B-8FB9-6A9039A3FFC4}" srcOrd="1" destOrd="0" presId="urn:microsoft.com/office/officeart/2024/layout/NumberedLinearArrowProcess"/>
    <dgm:cxn modelId="{A50CBF9F-580E-E542-8C7D-0AED5A2ECFE9}" srcId="{51D44475-737E-1A4F-8A11-DE66741928DA}" destId="{01D2AD2E-5E96-514A-AAB6-217404CBF316}" srcOrd="1" destOrd="0" parTransId="{AE302C2E-FF26-224A-944A-642CF8333E13}" sibTransId="{9CE26C50-DF7E-9441-B032-A536B08A2D72}"/>
    <dgm:cxn modelId="{CC1854A5-A236-6C4E-809C-D88457646899}" type="presOf" srcId="{06A77388-6A0E-D247-A75F-D0BA9F55E847}" destId="{34502D81-A98A-0F4D-9F12-9E9C7B735E80}" srcOrd="0" destOrd="0" presId="urn:microsoft.com/office/officeart/2024/layout/NumberedLinearArrowProcess"/>
    <dgm:cxn modelId="{50136DB0-7BFF-FA4D-A583-9A7A360212F9}" type="presOf" srcId="{01D2AD2E-5E96-514A-AAB6-217404CBF316}" destId="{687E4715-571D-5142-A73A-482153A5ACE5}" srcOrd="0" destOrd="0" presId="urn:microsoft.com/office/officeart/2024/layout/NumberedLinearArrowProcess"/>
    <dgm:cxn modelId="{CC77F3BD-3391-3946-BE27-B572D635D4AA}" type="presOf" srcId="{06A77388-6A0E-D247-A75F-D0BA9F55E847}" destId="{CC88FB23-5F74-5143-BF85-FC26021A036F}" srcOrd="1" destOrd="0" presId="urn:microsoft.com/office/officeart/2024/layout/NumberedLinearArrowProcess"/>
    <dgm:cxn modelId="{3A56FFC6-A9FF-DC49-810D-2EF2B65E43B5}" type="presOf" srcId="{9CE26C50-DF7E-9441-B032-A536B08A2D72}" destId="{94FBA9FB-2A72-A14E-95D6-32E5298E0907}" srcOrd="0" destOrd="0" presId="urn:microsoft.com/office/officeart/2024/layout/NumberedLinearArrowProcess"/>
    <dgm:cxn modelId="{E0751FE0-ADB5-1A42-9B8A-BE6E461F8213}" type="presOf" srcId="{51D44475-737E-1A4F-8A11-DE66741928DA}" destId="{116FD0C8-4481-5C40-9F3F-D4FC876A1B77}" srcOrd="0" destOrd="0" presId="urn:microsoft.com/office/officeart/2024/layout/NumberedLinearArrowProcess"/>
    <dgm:cxn modelId="{E53AE6F2-14F5-EC49-9BE6-68BADA037D69}" type="presOf" srcId="{3DEE39AC-1351-4C4A-9464-5749D546BE9C}" destId="{42BD76D9-B2AD-394E-9C54-45ACFA86CC33}" srcOrd="0" destOrd="0" presId="urn:microsoft.com/office/officeart/2024/layout/NumberedLinearArrowProcess"/>
    <dgm:cxn modelId="{36421E5D-AC69-C342-9B6C-BDB51571511E}" type="presParOf" srcId="{116FD0C8-4481-5C40-9F3F-D4FC876A1B77}" destId="{92230F72-AA5A-954E-B201-31CDBA487654}" srcOrd="0" destOrd="0" presId="urn:microsoft.com/office/officeart/2024/layout/NumberedLinearArrowProcess"/>
    <dgm:cxn modelId="{EA58BAB6-4ED1-0F4C-8981-75BC54654442}" type="presParOf" srcId="{92230F72-AA5A-954E-B201-31CDBA487654}" destId="{A1AA21C2-FE60-3F47-B933-E4C2C8D10785}" srcOrd="0" destOrd="0" presId="urn:microsoft.com/office/officeart/2024/layout/NumberedLinearArrowProcess"/>
    <dgm:cxn modelId="{A17A336E-CC40-A546-B7A6-98604EEB3169}" type="presParOf" srcId="{92230F72-AA5A-954E-B201-31CDBA487654}" destId="{2F26881A-2309-794B-B180-396D864835C3}" srcOrd="1" destOrd="0" presId="urn:microsoft.com/office/officeart/2024/layout/NumberedLinearArrowProcess"/>
    <dgm:cxn modelId="{36614ACF-0469-6844-B08C-D8BA8CA4CE58}" type="presParOf" srcId="{2F26881A-2309-794B-B180-396D864835C3}" destId="{B7F56090-C25E-C54B-B3F7-662712711EF0}" srcOrd="0" destOrd="0" presId="urn:microsoft.com/office/officeart/2024/layout/NumberedLinearArrowProcess"/>
    <dgm:cxn modelId="{316E93DD-BC7C-F948-BC6B-3D104CF311B0}" type="presParOf" srcId="{2F26881A-2309-794B-B180-396D864835C3}" destId="{34502D81-A98A-0F4D-9F12-9E9C7B735E80}" srcOrd="1" destOrd="0" presId="urn:microsoft.com/office/officeart/2024/layout/NumberedLinearArrowProcess"/>
    <dgm:cxn modelId="{033BF610-C0BD-3343-9CFE-130C95329DAD}" type="presParOf" srcId="{2F26881A-2309-794B-B180-396D864835C3}" destId="{42BD76D9-B2AD-394E-9C54-45ACFA86CC33}" srcOrd="2" destOrd="0" presId="urn:microsoft.com/office/officeart/2024/layout/NumberedLinearArrowProcess"/>
    <dgm:cxn modelId="{3EFB1549-C192-DB41-8908-EB89A7BD2C6B}" type="presParOf" srcId="{2F26881A-2309-794B-B180-396D864835C3}" destId="{83CA0E60-D78A-0B44-AE82-AE50FB5D14EE}" srcOrd="3" destOrd="0" presId="urn:microsoft.com/office/officeart/2024/layout/NumberedLinearArrowProcess"/>
    <dgm:cxn modelId="{E2252582-0677-B64F-A27C-14CC42FEBFA0}" type="presParOf" srcId="{2F26881A-2309-794B-B180-396D864835C3}" destId="{A58B0936-54B9-214E-B878-E4142907AC9B}" srcOrd="4" destOrd="0" presId="urn:microsoft.com/office/officeart/2024/layout/NumberedLinearArrowProcess"/>
    <dgm:cxn modelId="{32CD7231-E79B-A548-B7E6-19F1CFF01400}" type="presParOf" srcId="{92230F72-AA5A-954E-B201-31CDBA487654}" destId="{CC88FB23-5F74-5143-BF85-FC26021A036F}" srcOrd="2" destOrd="0" presId="urn:microsoft.com/office/officeart/2024/layout/NumberedLinearArrowProcess"/>
    <dgm:cxn modelId="{CBE7532F-02FF-E54E-B40D-F828C99D4378}" type="presParOf" srcId="{116FD0C8-4481-5C40-9F3F-D4FC876A1B77}" destId="{EA692823-6480-864D-BBBF-577DF4CAD7F4}" srcOrd="1" destOrd="0" presId="urn:microsoft.com/office/officeart/2024/layout/NumberedLinearArrowProcess"/>
    <dgm:cxn modelId="{77F92F81-FF80-2242-B6A4-9BF10081B02B}" type="presParOf" srcId="{116FD0C8-4481-5C40-9F3F-D4FC876A1B77}" destId="{BF1A44B4-EF46-E347-8A6A-773D56C285DC}" srcOrd="2" destOrd="0" presId="urn:microsoft.com/office/officeart/2024/layout/NumberedLinearArrowProcess"/>
    <dgm:cxn modelId="{5C60E857-15D8-2845-9D9C-8B779391BA25}" type="presParOf" srcId="{BF1A44B4-EF46-E347-8A6A-773D56C285DC}" destId="{7E5D1ECF-B8A3-EB49-AAC0-881A268F63D3}" srcOrd="0" destOrd="0" presId="urn:microsoft.com/office/officeart/2024/layout/NumberedLinearArrowProcess"/>
    <dgm:cxn modelId="{4693B6F0-3D8A-1246-AA62-611ABF1F34D6}" type="presParOf" srcId="{BF1A44B4-EF46-E347-8A6A-773D56C285DC}" destId="{1F2C3E77-2DE9-2A46-8146-3CB14DA2BB9E}" srcOrd="1" destOrd="0" presId="urn:microsoft.com/office/officeart/2024/layout/NumberedLinearArrowProcess"/>
    <dgm:cxn modelId="{3A3A91B0-3971-8B43-8424-58C54318135E}" type="presParOf" srcId="{1F2C3E77-2DE9-2A46-8146-3CB14DA2BB9E}" destId="{A735118B-7AB0-0A4B-9637-2A0765DEEFD0}" srcOrd="0" destOrd="0" presId="urn:microsoft.com/office/officeart/2024/layout/NumberedLinearArrowProcess"/>
    <dgm:cxn modelId="{766ED297-EA2F-AA4F-983B-100417BB8158}" type="presParOf" srcId="{1F2C3E77-2DE9-2A46-8146-3CB14DA2BB9E}" destId="{687E4715-571D-5142-A73A-482153A5ACE5}" srcOrd="1" destOrd="0" presId="urn:microsoft.com/office/officeart/2024/layout/NumberedLinearArrowProcess"/>
    <dgm:cxn modelId="{A6B95C87-0F62-6D44-BAEE-975F05A106A8}" type="presParOf" srcId="{1F2C3E77-2DE9-2A46-8146-3CB14DA2BB9E}" destId="{94FBA9FB-2A72-A14E-95D6-32E5298E0907}" srcOrd="2" destOrd="0" presId="urn:microsoft.com/office/officeart/2024/layout/NumberedLinearArrowProcess"/>
    <dgm:cxn modelId="{77828281-7E9E-1342-9F33-B74AEB05A842}" type="presParOf" srcId="{1F2C3E77-2DE9-2A46-8146-3CB14DA2BB9E}" destId="{F8F9836A-A7A1-B64A-9D0A-F11D2DF01DF3}" srcOrd="3" destOrd="0" presId="urn:microsoft.com/office/officeart/2024/layout/NumberedLinearArrowProcess"/>
    <dgm:cxn modelId="{43E709FE-775B-C945-A631-C81EED987C28}" type="presParOf" srcId="{1F2C3E77-2DE9-2A46-8146-3CB14DA2BB9E}" destId="{FCEC6EEB-6165-2C45-8110-5C6258920134}" srcOrd="4" destOrd="0" presId="urn:microsoft.com/office/officeart/2024/layout/NumberedLinearArrowProcess"/>
    <dgm:cxn modelId="{46E2712D-72FB-BD49-B6B0-E802C670B9D5}" type="presParOf" srcId="{BF1A44B4-EF46-E347-8A6A-773D56C285DC}" destId="{9090939D-9E24-924B-8FB9-6A9039A3FFC4}" srcOrd="2" destOrd="0" presId="urn:microsoft.com/office/officeart/2024/layout/NumberedLinearArrowProcess"/>
    <dgm:cxn modelId="{FDA6971F-3523-664F-8AEF-B919BD4C803B}" type="presParOf" srcId="{116FD0C8-4481-5C40-9F3F-D4FC876A1B77}" destId="{B35620BE-F573-D745-9D56-B1E2D165A85A}" srcOrd="3" destOrd="0" presId="urn:microsoft.com/office/officeart/2024/layout/NumberedLinearArrowProcess"/>
    <dgm:cxn modelId="{6A27BD4D-8E50-1043-8171-ECA9247146FA}" type="presParOf" srcId="{116FD0C8-4481-5C40-9F3F-D4FC876A1B77}" destId="{9B680DD4-EBAC-1C4C-842F-1AE1CE20782E}" srcOrd="4" destOrd="0" presId="urn:microsoft.com/office/officeart/2024/layout/NumberedLinearArrowProcess"/>
    <dgm:cxn modelId="{7890E659-3020-F242-95D5-F850E2C85E8F}" type="presParOf" srcId="{9B680DD4-EBAC-1C4C-842F-1AE1CE20782E}" destId="{9562B7C3-C300-2542-A804-3A6EE2FD7541}" srcOrd="0" destOrd="0" presId="urn:microsoft.com/office/officeart/2024/layout/NumberedLinearArrowProcess"/>
    <dgm:cxn modelId="{4728D3B1-A2AE-4347-A372-78D80D30D9C4}" type="presParOf" srcId="{9B680DD4-EBAC-1C4C-842F-1AE1CE20782E}" destId="{3CDBCE47-B519-E94B-93D9-6DD981DAC1F3}" srcOrd="1" destOrd="0" presId="urn:microsoft.com/office/officeart/2024/layout/NumberedLinearArrowProcess"/>
    <dgm:cxn modelId="{6838217F-AC2D-CB44-A754-529E2FEF6AB3}" type="presParOf" srcId="{3CDBCE47-B519-E94B-93D9-6DD981DAC1F3}" destId="{1EA03CE9-2922-4B48-B75F-899A4CE06E9A}" srcOrd="0" destOrd="0" presId="urn:microsoft.com/office/officeart/2024/layout/NumberedLinearArrowProcess"/>
    <dgm:cxn modelId="{7E5E4822-A9A4-EA49-9D8F-35202E2549C1}" type="presParOf" srcId="{3CDBCE47-B519-E94B-93D9-6DD981DAC1F3}" destId="{1A19371E-A437-1F4B-9D2A-5E39008CB256}" srcOrd="1" destOrd="0" presId="urn:microsoft.com/office/officeart/2024/layout/NumberedLinearArrowProcess"/>
    <dgm:cxn modelId="{2A1FE3D9-A06A-4646-A490-A2D53F0576A3}" type="presParOf" srcId="{3CDBCE47-B519-E94B-93D9-6DD981DAC1F3}" destId="{D0367C1A-C476-6942-BB12-5F7E717785E0}" srcOrd="2" destOrd="0" presId="urn:microsoft.com/office/officeart/2024/layout/NumberedLinearArrowProcess"/>
    <dgm:cxn modelId="{6E8CA31E-1F39-7249-87F3-EA14252F90F0}" type="presParOf" srcId="{3CDBCE47-B519-E94B-93D9-6DD981DAC1F3}" destId="{9666B6DF-69B3-0B4A-B5A5-3668482526C1}" srcOrd="3" destOrd="0" presId="urn:microsoft.com/office/officeart/2024/layout/NumberedLinearArrowProcess"/>
    <dgm:cxn modelId="{4E689BC5-0824-7D45-9499-447797D8AC3D}" type="presParOf" srcId="{3CDBCE47-B519-E94B-93D9-6DD981DAC1F3}" destId="{3E7F3B56-219F-5F42-96BF-26F183C3AB7E}" srcOrd="4" destOrd="0" presId="urn:microsoft.com/office/officeart/2024/layout/NumberedLinearArrowProcess"/>
    <dgm:cxn modelId="{E70E074F-77B5-7042-B845-F58293F53748}" type="presParOf" srcId="{9B680DD4-EBAC-1C4C-842F-1AE1CE20782E}" destId="{B90D4523-42DF-584D-B514-EE3D407AE4BD}" srcOrd="2" destOrd="0" presId="urn:microsoft.com/office/officeart/2024/layout/NumberedLinear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074B7E-85BF-074B-AC47-4BF7F172493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FB6C66-A7DC-B84D-B8CE-37AD36883735}">
      <dgm:prSet phldrT="[Text]" custT="1"/>
      <dgm:spPr/>
      <dgm:t>
        <a:bodyPr/>
        <a:lstStyle/>
        <a:p>
          <a:r>
            <a:rPr lang="en-US" sz="2000" dirty="0">
              <a:solidFill>
                <a:srgbClr val="FFFF00"/>
              </a:solidFill>
            </a:rPr>
            <a:t>1. Mutual exclusion</a:t>
          </a:r>
        </a:p>
      </dgm:t>
    </dgm:pt>
    <dgm:pt modelId="{E7B3BE5A-BAEB-7B47-85AA-A13A017FDE19}" type="parTrans" cxnId="{B0D8137A-7121-A64F-8277-05A6E353422B}">
      <dgm:prSet/>
      <dgm:spPr/>
      <dgm:t>
        <a:bodyPr/>
        <a:lstStyle/>
        <a:p>
          <a:endParaRPr lang="en-US"/>
        </a:p>
      </dgm:t>
    </dgm:pt>
    <dgm:pt modelId="{25BB82B2-0013-B24B-8D7E-F1E7572C5C77}" type="sibTrans" cxnId="{B0D8137A-7121-A64F-8277-05A6E353422B}">
      <dgm:prSet/>
      <dgm:spPr/>
      <dgm:t>
        <a:bodyPr/>
        <a:lstStyle/>
        <a:p>
          <a:endParaRPr lang="en-US"/>
        </a:p>
      </dgm:t>
    </dgm:pt>
    <dgm:pt modelId="{62AD856D-FEB5-9F49-BC29-C74E89B008D9}">
      <dgm:prSet phldrT="[Text]" custT="1"/>
      <dgm:spPr/>
      <dgm:t>
        <a:bodyPr/>
        <a:lstStyle/>
        <a:p>
          <a:r>
            <a:rPr lang="en-US" sz="2000" dirty="0"/>
            <a:t>Only one process at a time can enter the protected section.</a:t>
          </a:r>
        </a:p>
      </dgm:t>
    </dgm:pt>
    <dgm:pt modelId="{FF889C53-DC98-334D-809C-84A3666BC8E9}" type="parTrans" cxnId="{078314AB-EE88-D046-8862-AA798F39DD2D}">
      <dgm:prSet/>
      <dgm:spPr/>
      <dgm:t>
        <a:bodyPr/>
        <a:lstStyle/>
        <a:p>
          <a:endParaRPr lang="en-US"/>
        </a:p>
      </dgm:t>
    </dgm:pt>
    <dgm:pt modelId="{02439D3F-CE18-2547-99CD-27174E205B30}" type="sibTrans" cxnId="{078314AB-EE88-D046-8862-AA798F39DD2D}">
      <dgm:prSet/>
      <dgm:spPr/>
      <dgm:t>
        <a:bodyPr/>
        <a:lstStyle/>
        <a:p>
          <a:endParaRPr lang="en-US"/>
        </a:p>
      </dgm:t>
    </dgm:pt>
    <dgm:pt modelId="{09BF4194-4D7E-844A-B168-8D4EA39126C9}">
      <dgm:prSet phldrT="[Text]" custT="1"/>
      <dgm:spPr/>
      <dgm:t>
        <a:bodyPr/>
        <a:lstStyle/>
        <a:p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2. Progress</a:t>
          </a:r>
        </a:p>
      </dgm:t>
    </dgm:pt>
    <dgm:pt modelId="{A966FD91-2880-DD46-92DB-D2E5689D2346}" type="parTrans" cxnId="{9AC9ADFE-AC00-4D4C-B4F2-4ED0F83BF5C5}">
      <dgm:prSet/>
      <dgm:spPr/>
      <dgm:t>
        <a:bodyPr/>
        <a:lstStyle/>
        <a:p>
          <a:endParaRPr lang="en-US"/>
        </a:p>
      </dgm:t>
    </dgm:pt>
    <dgm:pt modelId="{9D9285AD-D2B9-2D47-BB72-F043A7BC67BC}" type="sibTrans" cxnId="{9AC9ADFE-AC00-4D4C-B4F2-4ED0F83BF5C5}">
      <dgm:prSet/>
      <dgm:spPr/>
      <dgm:t>
        <a:bodyPr/>
        <a:lstStyle/>
        <a:p>
          <a:endParaRPr lang="en-US"/>
        </a:p>
      </dgm:t>
    </dgm:pt>
    <dgm:pt modelId="{89907306-A28A-364D-84B8-A8F32B4C0B42}">
      <dgm:prSet phldrT="[Text]" custT="1"/>
      <dgm:spPr/>
      <dgm:t>
        <a:bodyPr/>
        <a:lstStyle/>
        <a:p>
          <a:r>
            <a:rPr lang="en-US" sz="2000" dirty="0"/>
            <a:t>If nobody is inside, a process that wants to enter should not be delayed forever.</a:t>
          </a:r>
        </a:p>
      </dgm:t>
    </dgm:pt>
    <dgm:pt modelId="{377C0225-9A27-BB4B-B9AC-FF6B4959BB18}" type="parTrans" cxnId="{A3557B01-496B-A44D-8152-CEBFB7F2CDCF}">
      <dgm:prSet/>
      <dgm:spPr/>
      <dgm:t>
        <a:bodyPr/>
        <a:lstStyle/>
        <a:p>
          <a:endParaRPr lang="en-US"/>
        </a:p>
      </dgm:t>
    </dgm:pt>
    <dgm:pt modelId="{D2ED6436-9991-C24B-990B-DFFFFA0F532B}" type="sibTrans" cxnId="{A3557B01-496B-A44D-8152-CEBFB7F2CDCF}">
      <dgm:prSet/>
      <dgm:spPr/>
      <dgm:t>
        <a:bodyPr/>
        <a:lstStyle/>
        <a:p>
          <a:endParaRPr lang="en-US"/>
        </a:p>
      </dgm:t>
    </dgm:pt>
    <dgm:pt modelId="{19AC8427-9C07-3C4D-B308-70F0548E250C}">
      <dgm:prSet phldrT="[Text]" custT="1"/>
      <dgm:spPr/>
      <dgm:t>
        <a:bodyPr/>
        <a:lstStyle/>
        <a:p>
          <a:r>
            <a:rPr lang="en-US" sz="2000" dirty="0">
              <a:solidFill>
                <a:schemeClr val="accent5">
                  <a:lumMod val="60000"/>
                  <a:lumOff val="40000"/>
                </a:schemeClr>
              </a:solidFill>
            </a:rPr>
            <a:t>3. Bounded Waiting</a:t>
          </a:r>
        </a:p>
      </dgm:t>
    </dgm:pt>
    <dgm:pt modelId="{22FC132F-2956-4E4D-9343-9470C9C81B9C}" type="parTrans" cxnId="{DA2DC611-62A7-4049-B7A6-9FA6430AFA10}">
      <dgm:prSet/>
      <dgm:spPr/>
      <dgm:t>
        <a:bodyPr/>
        <a:lstStyle/>
        <a:p>
          <a:endParaRPr lang="en-US"/>
        </a:p>
      </dgm:t>
    </dgm:pt>
    <dgm:pt modelId="{AF929C06-89C7-5144-B630-DB97AACC6F3F}" type="sibTrans" cxnId="{DA2DC611-62A7-4049-B7A6-9FA6430AFA10}">
      <dgm:prSet/>
      <dgm:spPr/>
      <dgm:t>
        <a:bodyPr/>
        <a:lstStyle/>
        <a:p>
          <a:endParaRPr lang="en-US"/>
        </a:p>
      </dgm:t>
    </dgm:pt>
    <dgm:pt modelId="{D47F7939-CCA5-834E-9570-0CBD90718E75}">
      <dgm:prSet phldrT="[Text]" custT="1"/>
      <dgm:spPr/>
      <dgm:t>
        <a:bodyPr/>
        <a:lstStyle/>
        <a:p>
          <a:r>
            <a:rPr lang="en-US" sz="2000" dirty="0"/>
            <a:t>A process should not be overtaken endlessly while waiting for its turn.</a:t>
          </a:r>
        </a:p>
      </dgm:t>
    </dgm:pt>
    <dgm:pt modelId="{4116A658-698D-1F43-9EB5-EB43FF302DC5}" type="parTrans" cxnId="{BA4A377D-AE42-2F4F-9380-E56E1BF53C9B}">
      <dgm:prSet/>
      <dgm:spPr/>
      <dgm:t>
        <a:bodyPr/>
        <a:lstStyle/>
        <a:p>
          <a:endParaRPr lang="en-US"/>
        </a:p>
      </dgm:t>
    </dgm:pt>
    <dgm:pt modelId="{31B6ABA0-2C05-2F4B-8389-86923764603F}" type="sibTrans" cxnId="{BA4A377D-AE42-2F4F-9380-E56E1BF53C9B}">
      <dgm:prSet/>
      <dgm:spPr/>
      <dgm:t>
        <a:bodyPr/>
        <a:lstStyle/>
        <a:p>
          <a:endParaRPr lang="en-US"/>
        </a:p>
      </dgm:t>
    </dgm:pt>
    <dgm:pt modelId="{AC259D4B-4974-9444-82F9-657519705263}" type="pres">
      <dgm:prSet presAssocID="{AA074B7E-85BF-074B-AC47-4BF7F172493C}" presName="Name0" presStyleCnt="0">
        <dgm:presLayoutVars>
          <dgm:dir/>
          <dgm:animLvl val="lvl"/>
          <dgm:resizeHandles val="exact"/>
        </dgm:presLayoutVars>
      </dgm:prSet>
      <dgm:spPr/>
    </dgm:pt>
    <dgm:pt modelId="{52ACAF0B-ABBC-5D43-B165-460ABCA5F359}" type="pres">
      <dgm:prSet presAssocID="{E9FB6C66-A7DC-B84D-B8CE-37AD36883735}" presName="composite" presStyleCnt="0"/>
      <dgm:spPr/>
    </dgm:pt>
    <dgm:pt modelId="{4FC20ACF-0CDE-2D43-B341-30B0B352B607}" type="pres">
      <dgm:prSet presAssocID="{E9FB6C66-A7DC-B84D-B8CE-37AD3688373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1AEF2BA-0B4B-8844-A7AC-F6FAD4D36873}" type="pres">
      <dgm:prSet presAssocID="{E9FB6C66-A7DC-B84D-B8CE-37AD36883735}" presName="desTx" presStyleLbl="alignAccFollowNode1" presStyleIdx="0" presStyleCnt="3" custLinFactNeighborX="-103" custLinFactNeighborY="1543">
        <dgm:presLayoutVars>
          <dgm:bulletEnabled val="1"/>
        </dgm:presLayoutVars>
      </dgm:prSet>
      <dgm:spPr/>
    </dgm:pt>
    <dgm:pt modelId="{76744F82-E7FC-CF49-BD32-FFA21C58DC2A}" type="pres">
      <dgm:prSet presAssocID="{25BB82B2-0013-B24B-8D7E-F1E7572C5C77}" presName="space" presStyleCnt="0"/>
      <dgm:spPr/>
    </dgm:pt>
    <dgm:pt modelId="{E501E9BC-A70E-7B42-9034-18DC43E513F5}" type="pres">
      <dgm:prSet presAssocID="{09BF4194-4D7E-844A-B168-8D4EA39126C9}" presName="composite" presStyleCnt="0"/>
      <dgm:spPr/>
    </dgm:pt>
    <dgm:pt modelId="{30DE7650-9025-124B-BB2F-3FD7E6E047E1}" type="pres">
      <dgm:prSet presAssocID="{09BF4194-4D7E-844A-B168-8D4EA39126C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78D5B89-F0B3-604D-BED0-0FAF32ED0C92}" type="pres">
      <dgm:prSet presAssocID="{09BF4194-4D7E-844A-B168-8D4EA39126C9}" presName="desTx" presStyleLbl="alignAccFollowNode1" presStyleIdx="1" presStyleCnt="3">
        <dgm:presLayoutVars>
          <dgm:bulletEnabled val="1"/>
        </dgm:presLayoutVars>
      </dgm:prSet>
      <dgm:spPr/>
    </dgm:pt>
    <dgm:pt modelId="{31D36D6B-93A9-364B-AD0B-F5BBE7E5EBBC}" type="pres">
      <dgm:prSet presAssocID="{9D9285AD-D2B9-2D47-BB72-F043A7BC67BC}" presName="space" presStyleCnt="0"/>
      <dgm:spPr/>
    </dgm:pt>
    <dgm:pt modelId="{487122ED-332A-994C-8206-D9C1E4C6C790}" type="pres">
      <dgm:prSet presAssocID="{19AC8427-9C07-3C4D-B308-70F0548E250C}" presName="composite" presStyleCnt="0"/>
      <dgm:spPr/>
    </dgm:pt>
    <dgm:pt modelId="{D907E208-C100-B444-8A04-97331FB7C57E}" type="pres">
      <dgm:prSet presAssocID="{19AC8427-9C07-3C4D-B308-70F0548E250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362DEC7-0157-344D-82D7-BFDE31BE381D}" type="pres">
      <dgm:prSet presAssocID="{19AC8427-9C07-3C4D-B308-70F0548E250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3557B01-496B-A44D-8152-CEBFB7F2CDCF}" srcId="{09BF4194-4D7E-844A-B168-8D4EA39126C9}" destId="{89907306-A28A-364D-84B8-A8F32B4C0B42}" srcOrd="0" destOrd="0" parTransId="{377C0225-9A27-BB4B-B9AC-FF6B4959BB18}" sibTransId="{D2ED6436-9991-C24B-990B-DFFFFA0F532B}"/>
    <dgm:cxn modelId="{DA2DC611-62A7-4049-B7A6-9FA6430AFA10}" srcId="{AA074B7E-85BF-074B-AC47-4BF7F172493C}" destId="{19AC8427-9C07-3C4D-B308-70F0548E250C}" srcOrd="2" destOrd="0" parTransId="{22FC132F-2956-4E4D-9343-9470C9C81B9C}" sibTransId="{AF929C06-89C7-5144-B630-DB97AACC6F3F}"/>
    <dgm:cxn modelId="{091BEA3A-D532-6543-AAA4-5BCA6C65A430}" type="presOf" srcId="{89907306-A28A-364D-84B8-A8F32B4C0B42}" destId="{478D5B89-F0B3-604D-BED0-0FAF32ED0C92}" srcOrd="0" destOrd="0" presId="urn:microsoft.com/office/officeart/2005/8/layout/hList1"/>
    <dgm:cxn modelId="{F593006B-D254-A342-9DE6-65F1C1222818}" type="presOf" srcId="{AA074B7E-85BF-074B-AC47-4BF7F172493C}" destId="{AC259D4B-4974-9444-82F9-657519705263}" srcOrd="0" destOrd="0" presId="urn:microsoft.com/office/officeart/2005/8/layout/hList1"/>
    <dgm:cxn modelId="{B0D8137A-7121-A64F-8277-05A6E353422B}" srcId="{AA074B7E-85BF-074B-AC47-4BF7F172493C}" destId="{E9FB6C66-A7DC-B84D-B8CE-37AD36883735}" srcOrd="0" destOrd="0" parTransId="{E7B3BE5A-BAEB-7B47-85AA-A13A017FDE19}" sibTransId="{25BB82B2-0013-B24B-8D7E-F1E7572C5C77}"/>
    <dgm:cxn modelId="{685CCE7A-7F1F-7840-9A04-3366FF69C558}" type="presOf" srcId="{62AD856D-FEB5-9F49-BC29-C74E89B008D9}" destId="{91AEF2BA-0B4B-8844-A7AC-F6FAD4D36873}" srcOrd="0" destOrd="0" presId="urn:microsoft.com/office/officeart/2005/8/layout/hList1"/>
    <dgm:cxn modelId="{BA4A377D-AE42-2F4F-9380-E56E1BF53C9B}" srcId="{19AC8427-9C07-3C4D-B308-70F0548E250C}" destId="{D47F7939-CCA5-834E-9570-0CBD90718E75}" srcOrd="0" destOrd="0" parTransId="{4116A658-698D-1F43-9EB5-EB43FF302DC5}" sibTransId="{31B6ABA0-2C05-2F4B-8389-86923764603F}"/>
    <dgm:cxn modelId="{078314AB-EE88-D046-8862-AA798F39DD2D}" srcId="{E9FB6C66-A7DC-B84D-B8CE-37AD36883735}" destId="{62AD856D-FEB5-9F49-BC29-C74E89B008D9}" srcOrd="0" destOrd="0" parTransId="{FF889C53-DC98-334D-809C-84A3666BC8E9}" sibTransId="{02439D3F-CE18-2547-99CD-27174E205B30}"/>
    <dgm:cxn modelId="{CF5D54B7-E073-8E45-B7A8-D86448C1558C}" type="presOf" srcId="{19AC8427-9C07-3C4D-B308-70F0548E250C}" destId="{D907E208-C100-B444-8A04-97331FB7C57E}" srcOrd="0" destOrd="0" presId="urn:microsoft.com/office/officeart/2005/8/layout/hList1"/>
    <dgm:cxn modelId="{7ECF37BC-7AE3-9D4A-9663-C0F2E2715932}" type="presOf" srcId="{D47F7939-CCA5-834E-9570-0CBD90718E75}" destId="{6362DEC7-0157-344D-82D7-BFDE31BE381D}" srcOrd="0" destOrd="0" presId="urn:microsoft.com/office/officeart/2005/8/layout/hList1"/>
    <dgm:cxn modelId="{98C382EE-7C41-7B45-ADEE-E300257D60CA}" type="presOf" srcId="{09BF4194-4D7E-844A-B168-8D4EA39126C9}" destId="{30DE7650-9025-124B-BB2F-3FD7E6E047E1}" srcOrd="0" destOrd="0" presId="urn:microsoft.com/office/officeart/2005/8/layout/hList1"/>
    <dgm:cxn modelId="{9AC9ADFE-AC00-4D4C-B4F2-4ED0F83BF5C5}" srcId="{AA074B7E-85BF-074B-AC47-4BF7F172493C}" destId="{09BF4194-4D7E-844A-B168-8D4EA39126C9}" srcOrd="1" destOrd="0" parTransId="{A966FD91-2880-DD46-92DB-D2E5689D2346}" sibTransId="{9D9285AD-D2B9-2D47-BB72-F043A7BC67BC}"/>
    <dgm:cxn modelId="{7C37C7FE-FAED-6548-BF15-BB025F0E4D9E}" type="presOf" srcId="{E9FB6C66-A7DC-B84D-B8CE-37AD36883735}" destId="{4FC20ACF-0CDE-2D43-B341-30B0B352B607}" srcOrd="0" destOrd="0" presId="urn:microsoft.com/office/officeart/2005/8/layout/hList1"/>
    <dgm:cxn modelId="{69ABCB59-5B35-8F4F-8E84-46DDFA4146BF}" type="presParOf" srcId="{AC259D4B-4974-9444-82F9-657519705263}" destId="{52ACAF0B-ABBC-5D43-B165-460ABCA5F359}" srcOrd="0" destOrd="0" presId="urn:microsoft.com/office/officeart/2005/8/layout/hList1"/>
    <dgm:cxn modelId="{FD1C7E18-F3AC-1640-8F13-2C4E23862CD4}" type="presParOf" srcId="{52ACAF0B-ABBC-5D43-B165-460ABCA5F359}" destId="{4FC20ACF-0CDE-2D43-B341-30B0B352B607}" srcOrd="0" destOrd="0" presId="urn:microsoft.com/office/officeart/2005/8/layout/hList1"/>
    <dgm:cxn modelId="{DBEBDB62-E28B-DA42-A305-7C5A8668694D}" type="presParOf" srcId="{52ACAF0B-ABBC-5D43-B165-460ABCA5F359}" destId="{91AEF2BA-0B4B-8844-A7AC-F6FAD4D36873}" srcOrd="1" destOrd="0" presId="urn:microsoft.com/office/officeart/2005/8/layout/hList1"/>
    <dgm:cxn modelId="{2A8E9F13-8B0B-E44B-8A1F-7367F6A8D7EF}" type="presParOf" srcId="{AC259D4B-4974-9444-82F9-657519705263}" destId="{76744F82-E7FC-CF49-BD32-FFA21C58DC2A}" srcOrd="1" destOrd="0" presId="urn:microsoft.com/office/officeart/2005/8/layout/hList1"/>
    <dgm:cxn modelId="{1856BC91-C46A-BC4C-AE9C-D794AD40879B}" type="presParOf" srcId="{AC259D4B-4974-9444-82F9-657519705263}" destId="{E501E9BC-A70E-7B42-9034-18DC43E513F5}" srcOrd="2" destOrd="0" presId="urn:microsoft.com/office/officeart/2005/8/layout/hList1"/>
    <dgm:cxn modelId="{08BFB015-65BA-4A4E-8FC4-20CBB31EA9CE}" type="presParOf" srcId="{E501E9BC-A70E-7B42-9034-18DC43E513F5}" destId="{30DE7650-9025-124B-BB2F-3FD7E6E047E1}" srcOrd="0" destOrd="0" presId="urn:microsoft.com/office/officeart/2005/8/layout/hList1"/>
    <dgm:cxn modelId="{28B288BF-5112-594E-83E7-104D4AC43F07}" type="presParOf" srcId="{E501E9BC-A70E-7B42-9034-18DC43E513F5}" destId="{478D5B89-F0B3-604D-BED0-0FAF32ED0C92}" srcOrd="1" destOrd="0" presId="urn:microsoft.com/office/officeart/2005/8/layout/hList1"/>
    <dgm:cxn modelId="{CECA6773-1C4C-C444-B7AD-BDB614F42DC8}" type="presParOf" srcId="{AC259D4B-4974-9444-82F9-657519705263}" destId="{31D36D6B-93A9-364B-AD0B-F5BBE7E5EBBC}" srcOrd="3" destOrd="0" presId="urn:microsoft.com/office/officeart/2005/8/layout/hList1"/>
    <dgm:cxn modelId="{B861907F-9255-5345-A51D-91EFCD3B9803}" type="presParOf" srcId="{AC259D4B-4974-9444-82F9-657519705263}" destId="{487122ED-332A-994C-8206-D9C1E4C6C790}" srcOrd="4" destOrd="0" presId="urn:microsoft.com/office/officeart/2005/8/layout/hList1"/>
    <dgm:cxn modelId="{227D61F5-BA9A-624E-916C-30E95E7B3E37}" type="presParOf" srcId="{487122ED-332A-994C-8206-D9C1E4C6C790}" destId="{D907E208-C100-B444-8A04-97331FB7C57E}" srcOrd="0" destOrd="0" presId="urn:microsoft.com/office/officeart/2005/8/layout/hList1"/>
    <dgm:cxn modelId="{C07A1EBB-37CB-9043-904A-E19FD92D4575}" type="presParOf" srcId="{487122ED-332A-994C-8206-D9C1E4C6C790}" destId="{6362DEC7-0157-344D-82D7-BFDE31BE381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DE15A2-FF8F-7B48-ABA4-1A3953BF0DD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876ACC-9328-CB48-83AE-54A6B7C0C8E7}">
      <dgm:prSet phldrT="[Text]" custT="1"/>
      <dgm:spPr/>
      <dgm:t>
        <a:bodyPr/>
        <a:lstStyle/>
        <a:p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Acquire()</a:t>
          </a:r>
        </a:p>
      </dgm:t>
    </dgm:pt>
    <dgm:pt modelId="{CAD69703-2107-554D-848A-3D049D44CBE3}" type="parTrans" cxnId="{ED7EE044-1F57-FA43-9C17-4B2FF105B43D}">
      <dgm:prSet/>
      <dgm:spPr/>
      <dgm:t>
        <a:bodyPr/>
        <a:lstStyle/>
        <a:p>
          <a:endParaRPr lang="en-US"/>
        </a:p>
      </dgm:t>
    </dgm:pt>
    <dgm:pt modelId="{A6296A8A-BEA5-A742-95BF-5271D989E0A8}" type="sibTrans" cxnId="{ED7EE044-1F57-FA43-9C17-4B2FF105B43D}">
      <dgm:prSet/>
      <dgm:spPr/>
      <dgm:t>
        <a:bodyPr/>
        <a:lstStyle/>
        <a:p>
          <a:endParaRPr lang="en-US"/>
        </a:p>
      </dgm:t>
    </dgm:pt>
    <dgm:pt modelId="{65AB38DC-097C-344F-8081-CA9EEEE88C0A}">
      <dgm:prSet phldrT="[Text]" custT="1"/>
      <dgm:spPr/>
      <dgm:t>
        <a:bodyPr/>
        <a:lstStyle/>
        <a:p>
          <a:r>
            <a:rPr lang="en-US" sz="1600" dirty="0"/>
            <a:t>A process takes the lock before entering the critical section. If it is already taken, another process must wait.</a:t>
          </a:r>
        </a:p>
      </dgm:t>
    </dgm:pt>
    <dgm:pt modelId="{F29D91C2-2F0D-704F-9447-BA80EB09A4BA}" type="parTrans" cxnId="{F6BB3356-BB45-A64A-9994-87CCFEBCD434}">
      <dgm:prSet/>
      <dgm:spPr/>
      <dgm:t>
        <a:bodyPr/>
        <a:lstStyle/>
        <a:p>
          <a:endParaRPr lang="en-US"/>
        </a:p>
      </dgm:t>
    </dgm:pt>
    <dgm:pt modelId="{22F7BB18-8415-0741-A090-9CECD8AF4D20}" type="sibTrans" cxnId="{F6BB3356-BB45-A64A-9994-87CCFEBCD434}">
      <dgm:prSet/>
      <dgm:spPr/>
      <dgm:t>
        <a:bodyPr/>
        <a:lstStyle/>
        <a:p>
          <a:endParaRPr lang="en-US"/>
        </a:p>
      </dgm:t>
    </dgm:pt>
    <dgm:pt modelId="{6D0325A9-6C49-484C-9739-5E1F756007EE}">
      <dgm:prSet phldrT="[Text]" custT="1"/>
      <dgm:spPr/>
      <dgm:t>
        <a:bodyPr/>
        <a:lstStyle/>
        <a:p>
          <a:r>
            <a:rPr lang="en-US" sz="2000" dirty="0">
              <a:solidFill>
                <a:schemeClr val="accent2"/>
              </a:solidFill>
            </a:rPr>
            <a:t>Release()</a:t>
          </a:r>
        </a:p>
      </dgm:t>
    </dgm:pt>
    <dgm:pt modelId="{4E27AF2B-E746-904F-B0F2-535788BEF596}" type="parTrans" cxnId="{BC50482F-84F7-D642-9CD0-ABC21CBBC582}">
      <dgm:prSet/>
      <dgm:spPr/>
      <dgm:t>
        <a:bodyPr/>
        <a:lstStyle/>
        <a:p>
          <a:endParaRPr lang="en-US"/>
        </a:p>
      </dgm:t>
    </dgm:pt>
    <dgm:pt modelId="{163C7E59-6583-4045-ABB0-B566BB267F53}" type="sibTrans" cxnId="{BC50482F-84F7-D642-9CD0-ABC21CBBC582}">
      <dgm:prSet/>
      <dgm:spPr/>
      <dgm:t>
        <a:bodyPr/>
        <a:lstStyle/>
        <a:p>
          <a:endParaRPr lang="en-US"/>
        </a:p>
      </dgm:t>
    </dgm:pt>
    <dgm:pt modelId="{CD3DF999-9990-8944-A4FC-BA8AB6FFC49D}">
      <dgm:prSet phldrT="[Text]" custT="1"/>
      <dgm:spPr/>
      <dgm:t>
        <a:bodyPr/>
        <a:lstStyle/>
        <a:p>
          <a:r>
            <a:rPr lang="en-US" sz="1600" dirty="0"/>
            <a:t>When finished, the process releases the lock so another process can enter.</a:t>
          </a:r>
        </a:p>
      </dgm:t>
    </dgm:pt>
    <dgm:pt modelId="{D2259C55-C847-9843-97A5-A344880917B5}" type="parTrans" cxnId="{7FDE8575-453F-8F4C-8882-F3EFA1C5EC7B}">
      <dgm:prSet/>
      <dgm:spPr/>
      <dgm:t>
        <a:bodyPr/>
        <a:lstStyle/>
        <a:p>
          <a:endParaRPr lang="en-US"/>
        </a:p>
      </dgm:t>
    </dgm:pt>
    <dgm:pt modelId="{49A6DB9A-FEE3-8140-9ADB-24FC6820DD9C}" type="sibTrans" cxnId="{7FDE8575-453F-8F4C-8882-F3EFA1C5EC7B}">
      <dgm:prSet/>
      <dgm:spPr/>
      <dgm:t>
        <a:bodyPr/>
        <a:lstStyle/>
        <a:p>
          <a:endParaRPr lang="en-US"/>
        </a:p>
      </dgm:t>
    </dgm:pt>
    <dgm:pt modelId="{C189E76F-B60C-484A-BEF6-3E47500BE754}" type="pres">
      <dgm:prSet presAssocID="{AFDE15A2-FF8F-7B48-ABA4-1A3953BF0DD6}" presName="linear" presStyleCnt="0">
        <dgm:presLayoutVars>
          <dgm:animLvl val="lvl"/>
          <dgm:resizeHandles val="exact"/>
        </dgm:presLayoutVars>
      </dgm:prSet>
      <dgm:spPr/>
    </dgm:pt>
    <dgm:pt modelId="{B01A257C-D0FA-E747-B953-93B7FBFCCC7C}" type="pres">
      <dgm:prSet presAssocID="{08876ACC-9328-CB48-83AE-54A6B7C0C8E7}" presName="parentText" presStyleLbl="node1" presStyleIdx="0" presStyleCnt="2" custLinFactNeighborY="1392">
        <dgm:presLayoutVars>
          <dgm:chMax val="0"/>
          <dgm:bulletEnabled val="1"/>
        </dgm:presLayoutVars>
      </dgm:prSet>
      <dgm:spPr/>
    </dgm:pt>
    <dgm:pt modelId="{4A27E062-C8A4-A744-89F5-E37EF3BC1C8B}" type="pres">
      <dgm:prSet presAssocID="{08876ACC-9328-CB48-83AE-54A6B7C0C8E7}" presName="childText" presStyleLbl="revTx" presStyleIdx="0" presStyleCnt="2">
        <dgm:presLayoutVars>
          <dgm:bulletEnabled val="1"/>
        </dgm:presLayoutVars>
      </dgm:prSet>
      <dgm:spPr/>
    </dgm:pt>
    <dgm:pt modelId="{89B47800-28A9-0A45-9246-085767954C2E}" type="pres">
      <dgm:prSet presAssocID="{6D0325A9-6C49-484C-9739-5E1F756007EE}" presName="parentText" presStyleLbl="node1" presStyleIdx="1" presStyleCnt="2" custLinFactNeighborY="0">
        <dgm:presLayoutVars>
          <dgm:chMax val="0"/>
          <dgm:bulletEnabled val="1"/>
        </dgm:presLayoutVars>
      </dgm:prSet>
      <dgm:spPr/>
    </dgm:pt>
    <dgm:pt modelId="{5C213394-12B2-FC46-B405-A7918A6F3190}" type="pres">
      <dgm:prSet presAssocID="{6D0325A9-6C49-484C-9739-5E1F756007E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C50482F-84F7-D642-9CD0-ABC21CBBC582}" srcId="{AFDE15A2-FF8F-7B48-ABA4-1A3953BF0DD6}" destId="{6D0325A9-6C49-484C-9739-5E1F756007EE}" srcOrd="1" destOrd="0" parTransId="{4E27AF2B-E746-904F-B0F2-535788BEF596}" sibTransId="{163C7E59-6583-4045-ABB0-B566BB267F53}"/>
    <dgm:cxn modelId="{93506130-4CA5-F749-8ECA-3415CB03FBB2}" type="presOf" srcId="{65AB38DC-097C-344F-8081-CA9EEEE88C0A}" destId="{4A27E062-C8A4-A744-89F5-E37EF3BC1C8B}" srcOrd="0" destOrd="0" presId="urn:microsoft.com/office/officeart/2005/8/layout/vList2"/>
    <dgm:cxn modelId="{ED7EE044-1F57-FA43-9C17-4B2FF105B43D}" srcId="{AFDE15A2-FF8F-7B48-ABA4-1A3953BF0DD6}" destId="{08876ACC-9328-CB48-83AE-54A6B7C0C8E7}" srcOrd="0" destOrd="0" parTransId="{CAD69703-2107-554D-848A-3D049D44CBE3}" sibTransId="{A6296A8A-BEA5-A742-95BF-5271D989E0A8}"/>
    <dgm:cxn modelId="{F6BB3356-BB45-A64A-9994-87CCFEBCD434}" srcId="{08876ACC-9328-CB48-83AE-54A6B7C0C8E7}" destId="{65AB38DC-097C-344F-8081-CA9EEEE88C0A}" srcOrd="0" destOrd="0" parTransId="{F29D91C2-2F0D-704F-9447-BA80EB09A4BA}" sibTransId="{22F7BB18-8415-0741-A090-9CECD8AF4D20}"/>
    <dgm:cxn modelId="{21C05F68-87DA-884E-A979-EA0DE11E1AD5}" type="presOf" srcId="{CD3DF999-9990-8944-A4FC-BA8AB6FFC49D}" destId="{5C213394-12B2-FC46-B405-A7918A6F3190}" srcOrd="0" destOrd="0" presId="urn:microsoft.com/office/officeart/2005/8/layout/vList2"/>
    <dgm:cxn modelId="{7FDE8575-453F-8F4C-8882-F3EFA1C5EC7B}" srcId="{6D0325A9-6C49-484C-9739-5E1F756007EE}" destId="{CD3DF999-9990-8944-A4FC-BA8AB6FFC49D}" srcOrd="0" destOrd="0" parTransId="{D2259C55-C847-9843-97A5-A344880917B5}" sibTransId="{49A6DB9A-FEE3-8140-9ADB-24FC6820DD9C}"/>
    <dgm:cxn modelId="{27A0E782-F581-7B49-BD01-DA26996F5A02}" type="presOf" srcId="{AFDE15A2-FF8F-7B48-ABA4-1A3953BF0DD6}" destId="{C189E76F-B60C-484A-BEF6-3E47500BE754}" srcOrd="0" destOrd="0" presId="urn:microsoft.com/office/officeart/2005/8/layout/vList2"/>
    <dgm:cxn modelId="{349A55E4-FE32-BC48-A856-FC6D8343F6D7}" type="presOf" srcId="{6D0325A9-6C49-484C-9739-5E1F756007EE}" destId="{89B47800-28A9-0A45-9246-085767954C2E}" srcOrd="0" destOrd="0" presId="urn:microsoft.com/office/officeart/2005/8/layout/vList2"/>
    <dgm:cxn modelId="{DF77B9EE-0EAC-FF4B-A028-1866836F5047}" type="presOf" srcId="{08876ACC-9328-CB48-83AE-54A6B7C0C8E7}" destId="{B01A257C-D0FA-E747-B953-93B7FBFCCC7C}" srcOrd="0" destOrd="0" presId="urn:microsoft.com/office/officeart/2005/8/layout/vList2"/>
    <dgm:cxn modelId="{F7A38183-17D6-A442-AAD5-8A8A65009A3C}" type="presParOf" srcId="{C189E76F-B60C-484A-BEF6-3E47500BE754}" destId="{B01A257C-D0FA-E747-B953-93B7FBFCCC7C}" srcOrd="0" destOrd="0" presId="urn:microsoft.com/office/officeart/2005/8/layout/vList2"/>
    <dgm:cxn modelId="{C506A4C9-E143-9B4B-B82A-F649840BC909}" type="presParOf" srcId="{C189E76F-B60C-484A-BEF6-3E47500BE754}" destId="{4A27E062-C8A4-A744-89F5-E37EF3BC1C8B}" srcOrd="1" destOrd="0" presId="urn:microsoft.com/office/officeart/2005/8/layout/vList2"/>
    <dgm:cxn modelId="{26BDDEDF-4C7A-2C4F-B2CD-71FB4B343AFF}" type="presParOf" srcId="{C189E76F-B60C-484A-BEF6-3E47500BE754}" destId="{89B47800-28A9-0A45-9246-085767954C2E}" srcOrd="2" destOrd="0" presId="urn:microsoft.com/office/officeart/2005/8/layout/vList2"/>
    <dgm:cxn modelId="{807C8223-40FB-6F40-841C-491917C4A18D}" type="presParOf" srcId="{C189E76F-B60C-484A-BEF6-3E47500BE754}" destId="{5C213394-12B2-FC46-B405-A7918A6F319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06C70F-728C-FA42-ABD3-A4D386642448}" type="doc">
      <dgm:prSet loTypeId="urn:microsoft.com/office/officeart/2026/layout/TextCardShortLine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B03D59-0322-3E4D-8F95-4E60DB9C36FF}">
      <dgm:prSet phldrT="Title"/>
      <dgm:spPr/>
      <dgm:t>
        <a:bodyPr/>
        <a:lstStyle/>
        <a:p>
          <a:pPr>
            <a:defRPr b="1"/>
          </a:pPr>
          <a:r>
            <a:rPr lang="en-US" dirty="0">
              <a:solidFill>
                <a:srgbClr val="FFFF00"/>
              </a:solidFill>
            </a:rPr>
            <a:t>Waits(s)</a:t>
          </a:r>
        </a:p>
      </dgm:t>
    </dgm:pt>
    <dgm:pt modelId="{745EA3E4-0C80-8245-B643-85D4E150BDA9}" type="parTrans" cxnId="{3B7929CD-8927-824A-BF54-5E2356B4315C}">
      <dgm:prSet/>
      <dgm:spPr/>
      <dgm:t>
        <a:bodyPr/>
        <a:lstStyle/>
        <a:p>
          <a:endParaRPr lang="en-US"/>
        </a:p>
      </dgm:t>
    </dgm:pt>
    <dgm:pt modelId="{CD815D85-716D-1545-81D1-D09C9FA3C8F5}" type="sibTrans" cxnId="{3B7929CD-8927-824A-BF54-5E2356B4315C}">
      <dgm:prSet/>
      <dgm:spPr/>
      <dgm:t>
        <a:bodyPr/>
        <a:lstStyle/>
        <a:p>
          <a:endParaRPr lang="en-US"/>
        </a:p>
      </dgm:t>
    </dgm:pt>
    <dgm:pt modelId="{94657117-5258-8041-9557-7D564AE864BA}">
      <dgm:prSet phldrT="Description"/>
      <dgm:spPr/>
      <dgm:t>
        <a:bodyPr/>
        <a:lstStyle/>
        <a:p>
          <a:r>
            <a:rPr lang="en-US" dirty="0"/>
            <a:t>Try to take a permit. If the value is not available, the process must wait.</a:t>
          </a:r>
        </a:p>
      </dgm:t>
    </dgm:pt>
    <dgm:pt modelId="{A5D5CAE8-81DB-4341-A66C-B8F27575F820}" type="parTrans" cxnId="{8A156722-04B3-7545-A6AE-7DD74790670C}">
      <dgm:prSet/>
      <dgm:spPr/>
      <dgm:t>
        <a:bodyPr/>
        <a:lstStyle/>
        <a:p>
          <a:endParaRPr lang="en-US"/>
        </a:p>
      </dgm:t>
    </dgm:pt>
    <dgm:pt modelId="{80F8CB5D-1A09-BD44-B50A-07401CACE053}" type="sibTrans" cxnId="{8A156722-04B3-7545-A6AE-7DD74790670C}">
      <dgm:prSet/>
      <dgm:spPr/>
      <dgm:t>
        <a:bodyPr/>
        <a:lstStyle/>
        <a:p>
          <a:endParaRPr lang="en-US"/>
        </a:p>
      </dgm:t>
    </dgm:pt>
    <dgm:pt modelId="{C271CDF9-89AC-9148-960A-37A4FCB598C7}">
      <dgm:prSet phldrT="Title"/>
      <dgm:spPr/>
      <dgm:t>
        <a:bodyPr/>
        <a:lstStyle/>
        <a:p>
          <a:pPr>
            <a:defRPr b="1"/>
          </a:pPr>
          <a:r>
            <a:rPr lang="en-US" dirty="0">
              <a:solidFill>
                <a:schemeClr val="accent2">
                  <a:lumMod val="75000"/>
                </a:schemeClr>
              </a:solidFill>
            </a:rPr>
            <a:t>Signals(S)</a:t>
          </a:r>
        </a:p>
      </dgm:t>
    </dgm:pt>
    <dgm:pt modelId="{37F52205-526A-7240-9E9A-2A7A47E977C1}" type="parTrans" cxnId="{97142B88-0229-284A-8828-9A97405A043A}">
      <dgm:prSet/>
      <dgm:spPr/>
      <dgm:t>
        <a:bodyPr/>
        <a:lstStyle/>
        <a:p>
          <a:endParaRPr lang="en-US"/>
        </a:p>
      </dgm:t>
    </dgm:pt>
    <dgm:pt modelId="{16EBE1B1-9E13-9642-BB2D-0457658E6A7C}" type="sibTrans" cxnId="{97142B88-0229-284A-8828-9A97405A043A}">
      <dgm:prSet/>
      <dgm:spPr/>
      <dgm:t>
        <a:bodyPr/>
        <a:lstStyle/>
        <a:p>
          <a:endParaRPr lang="en-US"/>
        </a:p>
      </dgm:t>
    </dgm:pt>
    <dgm:pt modelId="{D4DA282A-53C0-9343-A775-C64666FE57A6}">
      <dgm:prSet phldrT="Description"/>
      <dgm:spPr/>
      <dgm:t>
        <a:bodyPr/>
        <a:lstStyle/>
        <a:p>
          <a:r>
            <a:rPr lang="en-US" dirty="0"/>
            <a:t>Return a permit or notify that a resource has become available.</a:t>
          </a:r>
        </a:p>
      </dgm:t>
    </dgm:pt>
    <dgm:pt modelId="{11B6D194-AB49-D844-9658-AAE465BCCD37}" type="parTrans" cxnId="{06075E0D-8531-BB40-9533-761A7C59A83E}">
      <dgm:prSet/>
      <dgm:spPr/>
      <dgm:t>
        <a:bodyPr/>
        <a:lstStyle/>
        <a:p>
          <a:endParaRPr lang="en-US"/>
        </a:p>
      </dgm:t>
    </dgm:pt>
    <dgm:pt modelId="{47FA9C97-D293-8A44-90E7-43D993BA5FD6}" type="sibTrans" cxnId="{06075E0D-8531-BB40-9533-761A7C59A83E}">
      <dgm:prSet/>
      <dgm:spPr/>
      <dgm:t>
        <a:bodyPr/>
        <a:lstStyle/>
        <a:p>
          <a:endParaRPr lang="en-US"/>
        </a:p>
      </dgm:t>
    </dgm:pt>
    <dgm:pt modelId="{24FB09CA-8D9C-C540-8034-3768C9E84EE0}" type="pres">
      <dgm:prSet presAssocID="{1006C70F-728C-FA42-ABD3-A4D386642448}" presName="root" presStyleCnt="0">
        <dgm:presLayoutVars>
          <dgm:dir/>
          <dgm:resizeHandles val="exact"/>
        </dgm:presLayoutVars>
      </dgm:prSet>
      <dgm:spPr/>
    </dgm:pt>
    <dgm:pt modelId="{0E5259F9-FA9C-D948-B02B-459456F8779B}" type="pres">
      <dgm:prSet presAssocID="{7FB03D59-0322-3E4D-8F95-4E60DB9C36FF}" presName="compNode" presStyleCnt="0"/>
      <dgm:spPr/>
    </dgm:pt>
    <dgm:pt modelId="{8C814F6F-5123-C34D-B557-14F0DBAF054C}" type="pres">
      <dgm:prSet presAssocID="{7FB03D59-0322-3E4D-8F95-4E60DB9C36FF}" presName="accentLine" presStyleLbl="dkBgShp" presStyleIdx="0" presStyleCnt="2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7354552B-5458-5E40-B382-4757654E2CDD}" type="pres">
      <dgm:prSet presAssocID="{7FB03D59-0322-3E4D-8F95-4E60DB9C36FF}" presName="titleText" presStyleLbl="revTx" presStyleIdx="0" presStyleCnt="4">
        <dgm:presLayoutVars>
          <dgm:chMax val="0"/>
          <dgm:chPref val="0"/>
        </dgm:presLayoutVars>
      </dgm:prSet>
      <dgm:spPr/>
    </dgm:pt>
    <dgm:pt modelId="{F491615D-3F98-D648-B924-050DEF1C77BA}" type="pres">
      <dgm:prSet presAssocID="{7FB03D59-0322-3E4D-8F95-4E60DB9C36FF}" presName="bodyText" presStyleLbl="revTx" presStyleIdx="1" presStyleCnt="4">
        <dgm:presLayoutVars>
          <dgm:chMax val="0"/>
          <dgm:chPref val="0"/>
        </dgm:presLayoutVars>
      </dgm:prSet>
      <dgm:spPr/>
    </dgm:pt>
    <dgm:pt modelId="{E2444B78-9BCF-9C45-828C-E3F77BEDF401}" type="pres">
      <dgm:prSet presAssocID="{CD815D85-716D-1545-81D1-D09C9FA3C8F5}" presName="sibTrans" presStyleCnt="0"/>
      <dgm:spPr/>
    </dgm:pt>
    <dgm:pt modelId="{0DF97A13-3F2B-2149-9616-DF671CFD02A8}" type="pres">
      <dgm:prSet presAssocID="{C271CDF9-89AC-9148-960A-37A4FCB598C7}" presName="compNode" presStyleCnt="0"/>
      <dgm:spPr/>
    </dgm:pt>
    <dgm:pt modelId="{544D5CDB-01AF-A44A-84A1-88E3BC8B0B7F}" type="pres">
      <dgm:prSet presAssocID="{C271CDF9-89AC-9148-960A-37A4FCB598C7}" presName="accentLine" presStyleLbl="dkBgShp" presStyleIdx="1" presStyleCnt="2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A19A44F4-582E-A643-A3C3-699D362C5098}" type="pres">
      <dgm:prSet presAssocID="{C271CDF9-89AC-9148-960A-37A4FCB598C7}" presName="titleText" presStyleLbl="revTx" presStyleIdx="2" presStyleCnt="4">
        <dgm:presLayoutVars>
          <dgm:chMax val="0"/>
          <dgm:chPref val="0"/>
        </dgm:presLayoutVars>
      </dgm:prSet>
      <dgm:spPr/>
    </dgm:pt>
    <dgm:pt modelId="{53883026-BF64-1445-8D4B-14CC922E7F25}" type="pres">
      <dgm:prSet presAssocID="{C271CDF9-89AC-9148-960A-37A4FCB598C7}" presName="bodyText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CF9F002-CF7E-B740-8DD2-74CAF5CE3DB0}" type="presOf" srcId="{1006C70F-728C-FA42-ABD3-A4D386642448}" destId="{24FB09CA-8D9C-C540-8034-3768C9E84EE0}" srcOrd="0" destOrd="0" presId="urn:microsoft.com/office/officeart/2026/layout/TextCardShortLine"/>
    <dgm:cxn modelId="{06075E0D-8531-BB40-9533-761A7C59A83E}" srcId="{C271CDF9-89AC-9148-960A-37A4FCB598C7}" destId="{D4DA282A-53C0-9343-A775-C64666FE57A6}" srcOrd="0" destOrd="0" parTransId="{11B6D194-AB49-D844-9658-AAE465BCCD37}" sibTransId="{47FA9C97-D293-8A44-90E7-43D993BA5FD6}"/>
    <dgm:cxn modelId="{8B349B19-93E5-2C44-9BDD-968B6BB28ED9}" type="presOf" srcId="{D4DA282A-53C0-9343-A775-C64666FE57A6}" destId="{53883026-BF64-1445-8D4B-14CC922E7F25}" srcOrd="0" destOrd="0" presId="urn:microsoft.com/office/officeart/2026/layout/TextCardShortLine"/>
    <dgm:cxn modelId="{4B028021-F5BF-AF4F-8C93-26ECFBA7F098}" type="presOf" srcId="{C271CDF9-89AC-9148-960A-37A4FCB598C7}" destId="{A19A44F4-582E-A643-A3C3-699D362C5098}" srcOrd="0" destOrd="0" presId="urn:microsoft.com/office/officeart/2026/layout/TextCardShortLine"/>
    <dgm:cxn modelId="{8A156722-04B3-7545-A6AE-7DD74790670C}" srcId="{7FB03D59-0322-3E4D-8F95-4E60DB9C36FF}" destId="{94657117-5258-8041-9557-7D564AE864BA}" srcOrd="0" destOrd="0" parTransId="{A5D5CAE8-81DB-4341-A66C-B8F27575F820}" sibTransId="{80F8CB5D-1A09-BD44-B50A-07401CACE053}"/>
    <dgm:cxn modelId="{97142B88-0229-284A-8828-9A97405A043A}" srcId="{1006C70F-728C-FA42-ABD3-A4D386642448}" destId="{C271CDF9-89AC-9148-960A-37A4FCB598C7}" srcOrd="1" destOrd="0" parTransId="{37F52205-526A-7240-9E9A-2A7A47E977C1}" sibTransId="{16EBE1B1-9E13-9642-BB2D-0457658E6A7C}"/>
    <dgm:cxn modelId="{1D4A54C8-49A6-2E45-AB11-9502A5E96F5B}" type="presOf" srcId="{94657117-5258-8041-9557-7D564AE864BA}" destId="{F491615D-3F98-D648-B924-050DEF1C77BA}" srcOrd="0" destOrd="0" presId="urn:microsoft.com/office/officeart/2026/layout/TextCardShortLine"/>
    <dgm:cxn modelId="{3B7929CD-8927-824A-BF54-5E2356B4315C}" srcId="{1006C70F-728C-FA42-ABD3-A4D386642448}" destId="{7FB03D59-0322-3E4D-8F95-4E60DB9C36FF}" srcOrd="0" destOrd="0" parTransId="{745EA3E4-0C80-8245-B643-85D4E150BDA9}" sibTransId="{CD815D85-716D-1545-81D1-D09C9FA3C8F5}"/>
    <dgm:cxn modelId="{9EF104E6-992A-7A45-B01F-3D32A9A0C485}" type="presOf" srcId="{7FB03D59-0322-3E4D-8F95-4E60DB9C36FF}" destId="{7354552B-5458-5E40-B382-4757654E2CDD}" srcOrd="0" destOrd="0" presId="urn:microsoft.com/office/officeart/2026/layout/TextCardShortLine"/>
    <dgm:cxn modelId="{6BAEDAD0-783C-6345-B687-CFA0A838AE96}" type="presParOf" srcId="{24FB09CA-8D9C-C540-8034-3768C9E84EE0}" destId="{0E5259F9-FA9C-D948-B02B-459456F8779B}" srcOrd="0" destOrd="0" presId="urn:microsoft.com/office/officeart/2026/layout/TextCardShortLine"/>
    <dgm:cxn modelId="{8BD8C7D0-DF05-884B-8129-931F65B10433}" type="presParOf" srcId="{0E5259F9-FA9C-D948-B02B-459456F8779B}" destId="{8C814F6F-5123-C34D-B557-14F0DBAF054C}" srcOrd="0" destOrd="0" presId="urn:microsoft.com/office/officeart/2026/layout/TextCardShortLine"/>
    <dgm:cxn modelId="{F8F5FB4E-C99F-7C4E-A7BA-4321142362D6}" type="presParOf" srcId="{0E5259F9-FA9C-D948-B02B-459456F8779B}" destId="{7354552B-5458-5E40-B382-4757654E2CDD}" srcOrd="1" destOrd="0" presId="urn:microsoft.com/office/officeart/2026/layout/TextCardShortLine"/>
    <dgm:cxn modelId="{4A471677-75EA-B747-8C71-7E2EDA54C20F}" type="presParOf" srcId="{0E5259F9-FA9C-D948-B02B-459456F8779B}" destId="{F491615D-3F98-D648-B924-050DEF1C77BA}" srcOrd="2" destOrd="0" presId="urn:microsoft.com/office/officeart/2026/layout/TextCardShortLine"/>
    <dgm:cxn modelId="{2D59F49C-9F21-D64C-8933-6BB150A8CEA7}" type="presParOf" srcId="{24FB09CA-8D9C-C540-8034-3768C9E84EE0}" destId="{E2444B78-9BCF-9C45-828C-E3F77BEDF401}" srcOrd="1" destOrd="0" presId="urn:microsoft.com/office/officeart/2026/layout/TextCardShortLine"/>
    <dgm:cxn modelId="{4B8BDAC2-3A7B-7B40-B735-4C5D2F89B22E}" type="presParOf" srcId="{24FB09CA-8D9C-C540-8034-3768C9E84EE0}" destId="{0DF97A13-3F2B-2149-9616-DF671CFD02A8}" srcOrd="2" destOrd="0" presId="urn:microsoft.com/office/officeart/2026/layout/TextCardShortLine"/>
    <dgm:cxn modelId="{D0497699-3DC0-3A43-851F-CC79E99BB17C}" type="presParOf" srcId="{0DF97A13-3F2B-2149-9616-DF671CFD02A8}" destId="{544D5CDB-01AF-A44A-84A1-88E3BC8B0B7F}" srcOrd="0" destOrd="0" presId="urn:microsoft.com/office/officeart/2026/layout/TextCardShortLine"/>
    <dgm:cxn modelId="{2C59070C-8445-214A-B6F6-9437453EEDDA}" type="presParOf" srcId="{0DF97A13-3F2B-2149-9616-DF671CFD02A8}" destId="{A19A44F4-582E-A643-A3C3-699D362C5098}" srcOrd="1" destOrd="0" presId="urn:microsoft.com/office/officeart/2026/layout/TextCardShortLine"/>
    <dgm:cxn modelId="{25CD90AF-BAFC-8149-BBCD-5E243C283225}" type="presParOf" srcId="{0DF97A13-3F2B-2149-9616-DF671CFD02A8}" destId="{53883026-BF64-1445-8D4B-14CC922E7F25}" srcOrd="2" destOrd="0" presId="urn:microsoft.com/office/officeart/2026/layout/TextCardShort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79A4C5-CCD9-E345-9E57-5BA72647D38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3FA8E4-27D4-044B-A004-99D2DCF44EC9}">
      <dgm:prSet phldrT="[Text]" custT="1"/>
      <dgm:spPr/>
      <dgm:t>
        <a:bodyPr/>
        <a:lstStyle/>
        <a:p>
          <a:r>
            <a:rPr lang="en-US" sz="2400" dirty="0">
              <a:solidFill>
                <a:schemeClr val="accent2">
                  <a:lumMod val="75000"/>
                </a:schemeClr>
              </a:solidFill>
            </a:rPr>
            <a:t>Monitor</a:t>
          </a:r>
        </a:p>
      </dgm:t>
    </dgm:pt>
    <dgm:pt modelId="{9705AA31-3761-0D43-84CC-5F9BC7F68CF1}" type="parTrans" cxnId="{31F1EEC0-C02C-464D-81F2-96DF2FF65A5F}">
      <dgm:prSet/>
      <dgm:spPr/>
      <dgm:t>
        <a:bodyPr/>
        <a:lstStyle/>
        <a:p>
          <a:endParaRPr lang="en-US"/>
        </a:p>
      </dgm:t>
    </dgm:pt>
    <dgm:pt modelId="{C7CDB512-C372-2A44-A12A-87C09A1D323D}" type="sibTrans" cxnId="{31F1EEC0-C02C-464D-81F2-96DF2FF65A5F}">
      <dgm:prSet/>
      <dgm:spPr/>
      <dgm:t>
        <a:bodyPr/>
        <a:lstStyle/>
        <a:p>
          <a:endParaRPr lang="en-US"/>
        </a:p>
      </dgm:t>
    </dgm:pt>
    <dgm:pt modelId="{3B9BAEA0-C5BC-854F-896B-400341804351}">
      <dgm:prSet phldrT="[Text]" custT="1"/>
      <dgm:spPr/>
      <dgm:t>
        <a:bodyPr/>
        <a:lstStyle/>
        <a:p>
          <a:r>
            <a:rPr lang="en-US" sz="1600" dirty="0"/>
            <a:t>A higher-level structure that keeps shared data and the procedures that access it together. Only one process is active inside at a time.</a:t>
          </a:r>
        </a:p>
      </dgm:t>
    </dgm:pt>
    <dgm:pt modelId="{CD3E6150-E479-E044-BA3C-322993FF920D}" type="parTrans" cxnId="{FFA8D244-024E-2D41-8FAF-ECD4E893E314}">
      <dgm:prSet/>
      <dgm:spPr/>
      <dgm:t>
        <a:bodyPr/>
        <a:lstStyle/>
        <a:p>
          <a:endParaRPr lang="en-US"/>
        </a:p>
      </dgm:t>
    </dgm:pt>
    <dgm:pt modelId="{6982B5E7-BD7F-A84B-AF44-00FDE48213B4}" type="sibTrans" cxnId="{FFA8D244-024E-2D41-8FAF-ECD4E893E314}">
      <dgm:prSet/>
      <dgm:spPr/>
      <dgm:t>
        <a:bodyPr/>
        <a:lstStyle/>
        <a:p>
          <a:endParaRPr lang="en-US"/>
        </a:p>
      </dgm:t>
    </dgm:pt>
    <dgm:pt modelId="{E04CB85E-802A-4440-A20E-AF9BA88817FD}">
      <dgm:prSet phldrT="[Text]" custT="1"/>
      <dgm:spPr/>
      <dgm:t>
        <a:bodyPr/>
        <a:lstStyle/>
        <a:p>
          <a:r>
            <a:rPr lang="en-US" sz="2000" dirty="0">
              <a:solidFill>
                <a:srgbClr val="FFFF00"/>
              </a:solidFill>
            </a:rPr>
            <a:t>Condition Variable</a:t>
          </a:r>
        </a:p>
      </dgm:t>
    </dgm:pt>
    <dgm:pt modelId="{7AAD3D84-FE39-394D-9A36-A1B8810ABFBB}" type="parTrans" cxnId="{AC4F3E7F-E740-9640-9CDB-376DF99EA171}">
      <dgm:prSet/>
      <dgm:spPr/>
      <dgm:t>
        <a:bodyPr/>
        <a:lstStyle/>
        <a:p>
          <a:endParaRPr lang="en-US"/>
        </a:p>
      </dgm:t>
    </dgm:pt>
    <dgm:pt modelId="{378AFFE1-7465-1F4A-BF6D-59A5C0872B80}" type="sibTrans" cxnId="{AC4F3E7F-E740-9640-9CDB-376DF99EA171}">
      <dgm:prSet/>
      <dgm:spPr/>
      <dgm:t>
        <a:bodyPr/>
        <a:lstStyle/>
        <a:p>
          <a:endParaRPr lang="en-US"/>
        </a:p>
      </dgm:t>
    </dgm:pt>
    <dgm:pt modelId="{8274366F-C52E-9346-9277-E363F41C25A6}">
      <dgm:prSet phldrT="[Text]" custT="1"/>
      <dgm:spPr/>
      <dgm:t>
        <a:bodyPr/>
        <a:lstStyle/>
        <a:p>
          <a:r>
            <a:rPr lang="en-US" sz="1600" dirty="0"/>
            <a:t>Allows a process wait until a condition is true. Another process can signal it when the condition may now be satisfied.</a:t>
          </a:r>
        </a:p>
      </dgm:t>
    </dgm:pt>
    <dgm:pt modelId="{F087C7EE-4C45-1246-8075-8523BF219CBB}" type="parTrans" cxnId="{529BA51B-19C4-7D42-B134-375558EDEFAD}">
      <dgm:prSet/>
      <dgm:spPr/>
      <dgm:t>
        <a:bodyPr/>
        <a:lstStyle/>
        <a:p>
          <a:endParaRPr lang="en-US"/>
        </a:p>
      </dgm:t>
    </dgm:pt>
    <dgm:pt modelId="{070BAA1C-A8FF-DA4B-9AB5-A6082F0C8C9A}" type="sibTrans" cxnId="{529BA51B-19C4-7D42-B134-375558EDEFAD}">
      <dgm:prSet/>
      <dgm:spPr/>
      <dgm:t>
        <a:bodyPr/>
        <a:lstStyle/>
        <a:p>
          <a:endParaRPr lang="en-US"/>
        </a:p>
      </dgm:t>
    </dgm:pt>
    <dgm:pt modelId="{9EE555B2-E5EF-894D-A0A0-9ECA0A025E6D}" type="pres">
      <dgm:prSet presAssocID="{C779A4C5-CCD9-E345-9E57-5BA72647D382}" presName="linear" presStyleCnt="0">
        <dgm:presLayoutVars>
          <dgm:animLvl val="lvl"/>
          <dgm:resizeHandles val="exact"/>
        </dgm:presLayoutVars>
      </dgm:prSet>
      <dgm:spPr/>
    </dgm:pt>
    <dgm:pt modelId="{75C79E60-E0A2-2445-87EC-62A444CA64B5}" type="pres">
      <dgm:prSet presAssocID="{023FA8E4-27D4-044B-A004-99D2DCF44EC9}" presName="parentText" presStyleLbl="node1" presStyleIdx="0" presStyleCnt="2" custLinFactNeighborY="1509">
        <dgm:presLayoutVars>
          <dgm:chMax val="0"/>
          <dgm:bulletEnabled val="1"/>
        </dgm:presLayoutVars>
      </dgm:prSet>
      <dgm:spPr/>
    </dgm:pt>
    <dgm:pt modelId="{3990B408-918B-F646-9C78-220FEEF1FCEA}" type="pres">
      <dgm:prSet presAssocID="{023FA8E4-27D4-044B-A004-99D2DCF44EC9}" presName="childText" presStyleLbl="revTx" presStyleIdx="0" presStyleCnt="2">
        <dgm:presLayoutVars>
          <dgm:bulletEnabled val="1"/>
        </dgm:presLayoutVars>
      </dgm:prSet>
      <dgm:spPr/>
    </dgm:pt>
    <dgm:pt modelId="{4AF174C5-B4D0-FB4E-8A9F-7CB716FACEB9}" type="pres">
      <dgm:prSet presAssocID="{E04CB85E-802A-4440-A20E-AF9BA88817F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55CBA05-08E3-3C43-BEC1-017E2B850F53}" type="pres">
      <dgm:prSet presAssocID="{E04CB85E-802A-4440-A20E-AF9BA88817F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29BA51B-19C4-7D42-B134-375558EDEFAD}" srcId="{E04CB85E-802A-4440-A20E-AF9BA88817FD}" destId="{8274366F-C52E-9346-9277-E363F41C25A6}" srcOrd="0" destOrd="0" parTransId="{F087C7EE-4C45-1246-8075-8523BF219CBB}" sibTransId="{070BAA1C-A8FF-DA4B-9AB5-A6082F0C8C9A}"/>
    <dgm:cxn modelId="{FFA8D244-024E-2D41-8FAF-ECD4E893E314}" srcId="{023FA8E4-27D4-044B-A004-99D2DCF44EC9}" destId="{3B9BAEA0-C5BC-854F-896B-400341804351}" srcOrd="0" destOrd="0" parTransId="{CD3E6150-E479-E044-BA3C-322993FF920D}" sibTransId="{6982B5E7-BD7F-A84B-AF44-00FDE48213B4}"/>
    <dgm:cxn modelId="{C6BCE24E-0162-A445-9A08-20EA7E739671}" type="presOf" srcId="{E04CB85E-802A-4440-A20E-AF9BA88817FD}" destId="{4AF174C5-B4D0-FB4E-8A9F-7CB716FACEB9}" srcOrd="0" destOrd="0" presId="urn:microsoft.com/office/officeart/2005/8/layout/vList2"/>
    <dgm:cxn modelId="{A9F5725B-4A48-1E4C-B797-D3C78D7F8ED6}" type="presOf" srcId="{8274366F-C52E-9346-9277-E363F41C25A6}" destId="{E55CBA05-08E3-3C43-BEC1-017E2B850F53}" srcOrd="0" destOrd="0" presId="urn:microsoft.com/office/officeart/2005/8/layout/vList2"/>
    <dgm:cxn modelId="{AC4F3E7F-E740-9640-9CDB-376DF99EA171}" srcId="{C779A4C5-CCD9-E345-9E57-5BA72647D382}" destId="{E04CB85E-802A-4440-A20E-AF9BA88817FD}" srcOrd="1" destOrd="0" parTransId="{7AAD3D84-FE39-394D-9A36-A1B8810ABFBB}" sibTransId="{378AFFE1-7465-1F4A-BF6D-59A5C0872B80}"/>
    <dgm:cxn modelId="{834EBEB4-E6C7-AB4C-8DB4-DAEDAC607E56}" type="presOf" srcId="{C779A4C5-CCD9-E345-9E57-5BA72647D382}" destId="{9EE555B2-E5EF-894D-A0A0-9ECA0A025E6D}" srcOrd="0" destOrd="0" presId="urn:microsoft.com/office/officeart/2005/8/layout/vList2"/>
    <dgm:cxn modelId="{31F1EEC0-C02C-464D-81F2-96DF2FF65A5F}" srcId="{C779A4C5-CCD9-E345-9E57-5BA72647D382}" destId="{023FA8E4-27D4-044B-A004-99D2DCF44EC9}" srcOrd="0" destOrd="0" parTransId="{9705AA31-3761-0D43-84CC-5F9BC7F68CF1}" sibTransId="{C7CDB512-C372-2A44-A12A-87C09A1D323D}"/>
    <dgm:cxn modelId="{6F07A5C1-1D60-2A44-B912-A885537C5D61}" type="presOf" srcId="{023FA8E4-27D4-044B-A004-99D2DCF44EC9}" destId="{75C79E60-E0A2-2445-87EC-62A444CA64B5}" srcOrd="0" destOrd="0" presId="urn:microsoft.com/office/officeart/2005/8/layout/vList2"/>
    <dgm:cxn modelId="{00D09ECA-54A4-7245-83DB-11C8425456E4}" type="presOf" srcId="{3B9BAEA0-C5BC-854F-896B-400341804351}" destId="{3990B408-918B-F646-9C78-220FEEF1FCEA}" srcOrd="0" destOrd="0" presId="urn:microsoft.com/office/officeart/2005/8/layout/vList2"/>
    <dgm:cxn modelId="{50D5EA65-2AEB-F543-8C03-F503EBEA1BCF}" type="presParOf" srcId="{9EE555B2-E5EF-894D-A0A0-9ECA0A025E6D}" destId="{75C79E60-E0A2-2445-87EC-62A444CA64B5}" srcOrd="0" destOrd="0" presId="urn:microsoft.com/office/officeart/2005/8/layout/vList2"/>
    <dgm:cxn modelId="{D7A33B63-D9CC-5049-8BFD-70B63799006A}" type="presParOf" srcId="{9EE555B2-E5EF-894D-A0A0-9ECA0A025E6D}" destId="{3990B408-918B-F646-9C78-220FEEF1FCEA}" srcOrd="1" destOrd="0" presId="urn:microsoft.com/office/officeart/2005/8/layout/vList2"/>
    <dgm:cxn modelId="{D8EE9AC9-F679-DA48-BF89-039E8D26B393}" type="presParOf" srcId="{9EE555B2-E5EF-894D-A0A0-9ECA0A025E6D}" destId="{4AF174C5-B4D0-FB4E-8A9F-7CB716FACEB9}" srcOrd="2" destOrd="0" presId="urn:microsoft.com/office/officeart/2005/8/layout/vList2"/>
    <dgm:cxn modelId="{0072400E-94DB-6849-8607-524A9C1389F6}" type="presParOf" srcId="{9EE555B2-E5EF-894D-A0A0-9ECA0A025E6D}" destId="{E55CBA05-08E3-3C43-BEC1-017E2B850F5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7B8348-CE9C-BA48-8047-92069DEE1D74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803705-3073-A54A-AE9F-8FDB83C3902D}">
      <dgm:prSet phldrT="[Text]"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Deadlock</a:t>
          </a:r>
        </a:p>
      </dgm:t>
    </dgm:pt>
    <dgm:pt modelId="{D3DE3176-A2EA-5C4F-ACB1-7627F58AF184}" type="parTrans" cxnId="{01FC50AA-B515-D649-9A63-0E4A42DD022E}">
      <dgm:prSet/>
      <dgm:spPr/>
      <dgm:t>
        <a:bodyPr/>
        <a:lstStyle/>
        <a:p>
          <a:endParaRPr lang="en-US"/>
        </a:p>
      </dgm:t>
    </dgm:pt>
    <dgm:pt modelId="{0CC11C1E-2E4C-AC43-B0FA-4B8F5C56A8B6}" type="sibTrans" cxnId="{01FC50AA-B515-D649-9A63-0E4A42DD022E}">
      <dgm:prSet/>
      <dgm:spPr/>
      <dgm:t>
        <a:bodyPr/>
        <a:lstStyle/>
        <a:p>
          <a:endParaRPr lang="en-US"/>
        </a:p>
      </dgm:t>
    </dgm:pt>
    <dgm:pt modelId="{705EBA7E-5308-A346-8762-9E55B0D0BE0B}">
      <dgm:prSet phldrT="[Text]"/>
      <dgm:spPr/>
      <dgm:t>
        <a:bodyPr/>
        <a:lstStyle/>
        <a:p>
          <a:r>
            <a:rPr lang="en-US" dirty="0"/>
            <a:t>Processes wait on each other in a cycle so none can continue</a:t>
          </a:r>
        </a:p>
      </dgm:t>
    </dgm:pt>
    <dgm:pt modelId="{1785FC89-0E1B-5849-9D07-67330DEAEE45}" type="parTrans" cxnId="{1A17A461-DBA0-0F4E-8D40-9435037A77A6}">
      <dgm:prSet/>
      <dgm:spPr/>
      <dgm:t>
        <a:bodyPr/>
        <a:lstStyle/>
        <a:p>
          <a:endParaRPr lang="en-US"/>
        </a:p>
      </dgm:t>
    </dgm:pt>
    <dgm:pt modelId="{E949FDFF-9D17-9649-8786-58852698134A}" type="sibTrans" cxnId="{1A17A461-DBA0-0F4E-8D40-9435037A77A6}">
      <dgm:prSet/>
      <dgm:spPr/>
      <dgm:t>
        <a:bodyPr/>
        <a:lstStyle/>
        <a:p>
          <a:endParaRPr lang="en-US"/>
        </a:p>
      </dgm:t>
    </dgm:pt>
    <dgm:pt modelId="{2A457D1B-AF6A-A84C-B518-36AB2A418EC3}">
      <dgm:prSet phldrT="[Text]"/>
      <dgm:spPr/>
      <dgm:t>
        <a:bodyPr/>
        <a:lstStyle/>
        <a:p>
          <a:r>
            <a:rPr lang="en-US" dirty="0">
              <a:solidFill>
                <a:schemeClr val="accent2"/>
              </a:solidFill>
            </a:rPr>
            <a:t>Starvation</a:t>
          </a:r>
        </a:p>
      </dgm:t>
    </dgm:pt>
    <dgm:pt modelId="{2E6EAD12-529C-E540-A9EB-E912267F34EE}" type="parTrans" cxnId="{2D59DC60-B9F5-9742-97AD-92E2B73C862D}">
      <dgm:prSet/>
      <dgm:spPr/>
      <dgm:t>
        <a:bodyPr/>
        <a:lstStyle/>
        <a:p>
          <a:endParaRPr lang="en-US"/>
        </a:p>
      </dgm:t>
    </dgm:pt>
    <dgm:pt modelId="{6CCCCECB-DEE3-2C43-AB1B-D795B919107D}" type="sibTrans" cxnId="{2D59DC60-B9F5-9742-97AD-92E2B73C862D}">
      <dgm:prSet/>
      <dgm:spPr/>
      <dgm:t>
        <a:bodyPr/>
        <a:lstStyle/>
        <a:p>
          <a:endParaRPr lang="en-US"/>
        </a:p>
      </dgm:t>
    </dgm:pt>
    <dgm:pt modelId="{2B91F1FB-2762-D44E-9D3D-946A3CD14E0E}">
      <dgm:prSet phldrT="[Text]"/>
      <dgm:spPr/>
      <dgm:t>
        <a:bodyPr/>
        <a:lstStyle/>
        <a:p>
          <a:r>
            <a:rPr lang="en-US" dirty="0"/>
            <a:t>A process waits indefinitely because others keep getting access first.</a:t>
          </a:r>
        </a:p>
      </dgm:t>
    </dgm:pt>
    <dgm:pt modelId="{83FA8977-8F9D-BE44-88BA-68EEE0BD01B6}" type="parTrans" cxnId="{DCC86D6F-48EB-A348-A300-DD282F168BEB}">
      <dgm:prSet/>
      <dgm:spPr/>
      <dgm:t>
        <a:bodyPr/>
        <a:lstStyle/>
        <a:p>
          <a:endParaRPr lang="en-US"/>
        </a:p>
      </dgm:t>
    </dgm:pt>
    <dgm:pt modelId="{B612D398-671D-EC45-B7F8-0C75CEB21FF0}" type="sibTrans" cxnId="{DCC86D6F-48EB-A348-A300-DD282F168BEB}">
      <dgm:prSet/>
      <dgm:spPr/>
      <dgm:t>
        <a:bodyPr/>
        <a:lstStyle/>
        <a:p>
          <a:endParaRPr lang="en-US"/>
        </a:p>
      </dgm:t>
    </dgm:pt>
    <dgm:pt modelId="{43E59749-D326-4F46-957A-9D9E936E25FB}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Priority Inversion</a:t>
          </a:r>
        </a:p>
      </dgm:t>
    </dgm:pt>
    <dgm:pt modelId="{FA556D35-9B3A-434E-B7CA-3687353A4903}" type="parTrans" cxnId="{E62E80D8-9CB4-0640-9243-2FF1EF8BE262}">
      <dgm:prSet/>
      <dgm:spPr/>
      <dgm:t>
        <a:bodyPr/>
        <a:lstStyle/>
        <a:p>
          <a:endParaRPr lang="en-US"/>
        </a:p>
      </dgm:t>
    </dgm:pt>
    <dgm:pt modelId="{194B1646-8E73-3E4B-A969-BB2F05A34BDF}" type="sibTrans" cxnId="{E62E80D8-9CB4-0640-9243-2FF1EF8BE262}">
      <dgm:prSet/>
      <dgm:spPr/>
      <dgm:t>
        <a:bodyPr/>
        <a:lstStyle/>
        <a:p>
          <a:endParaRPr lang="en-US"/>
        </a:p>
      </dgm:t>
    </dgm:pt>
    <dgm:pt modelId="{4831CC6F-B2B5-D24F-A993-42F8EB18C793}">
      <dgm:prSet phldrT="[Text]"/>
      <dgm:spPr/>
      <dgm:t>
        <a:bodyPr/>
        <a:lstStyle/>
        <a:p>
          <a:r>
            <a:rPr lang="en-US" dirty="0"/>
            <a:t>A lower priority process holds a lock needed by a higher priority one.</a:t>
          </a:r>
        </a:p>
      </dgm:t>
    </dgm:pt>
    <dgm:pt modelId="{BD29ADB2-D101-984B-9CBE-ABB054D56355}" type="parTrans" cxnId="{DB4664C1-6443-BF47-90DC-944765E80DFD}">
      <dgm:prSet/>
      <dgm:spPr/>
      <dgm:t>
        <a:bodyPr/>
        <a:lstStyle/>
        <a:p>
          <a:endParaRPr lang="en-US"/>
        </a:p>
      </dgm:t>
    </dgm:pt>
    <dgm:pt modelId="{8A06CC6B-8225-654D-BAED-A336AE6D9447}" type="sibTrans" cxnId="{DB4664C1-6443-BF47-90DC-944765E80DFD}">
      <dgm:prSet/>
      <dgm:spPr/>
      <dgm:t>
        <a:bodyPr/>
        <a:lstStyle/>
        <a:p>
          <a:endParaRPr lang="en-US"/>
        </a:p>
      </dgm:t>
    </dgm:pt>
    <dgm:pt modelId="{93915A64-A3D3-EB4D-91AD-C15B81862E0C}" type="pres">
      <dgm:prSet presAssocID="{2B7B8348-CE9C-BA48-8047-92069DEE1D74}" presName="Name0" presStyleCnt="0">
        <dgm:presLayoutVars>
          <dgm:dir/>
          <dgm:animLvl val="lvl"/>
          <dgm:resizeHandles val="exact"/>
        </dgm:presLayoutVars>
      </dgm:prSet>
      <dgm:spPr/>
    </dgm:pt>
    <dgm:pt modelId="{F29BB59B-0E5D-D24A-BFCF-D5B913E50558}" type="pres">
      <dgm:prSet presAssocID="{D6803705-3073-A54A-AE9F-8FDB83C3902D}" presName="composite" presStyleCnt="0"/>
      <dgm:spPr/>
    </dgm:pt>
    <dgm:pt modelId="{F484F5FB-C3EE-7A4F-82C0-B42CD03F1783}" type="pres">
      <dgm:prSet presAssocID="{D6803705-3073-A54A-AE9F-8FDB83C3902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943C55A-1AF4-4B49-B20A-3D615C5D3FE1}" type="pres">
      <dgm:prSet presAssocID="{D6803705-3073-A54A-AE9F-8FDB83C3902D}" presName="desTx" presStyleLbl="alignAccFollowNode1" presStyleIdx="0" presStyleCnt="3">
        <dgm:presLayoutVars>
          <dgm:bulletEnabled val="1"/>
        </dgm:presLayoutVars>
      </dgm:prSet>
      <dgm:spPr/>
    </dgm:pt>
    <dgm:pt modelId="{7D0BB359-ECCD-C74E-A260-650BDC48F87A}" type="pres">
      <dgm:prSet presAssocID="{0CC11C1E-2E4C-AC43-B0FA-4B8F5C56A8B6}" presName="space" presStyleCnt="0"/>
      <dgm:spPr/>
    </dgm:pt>
    <dgm:pt modelId="{3BA590C9-E0F4-6647-854A-016FD3F4792F}" type="pres">
      <dgm:prSet presAssocID="{2A457D1B-AF6A-A84C-B518-36AB2A418EC3}" presName="composite" presStyleCnt="0"/>
      <dgm:spPr/>
    </dgm:pt>
    <dgm:pt modelId="{07CE919D-6083-8048-8966-BC21B2D45191}" type="pres">
      <dgm:prSet presAssocID="{2A457D1B-AF6A-A84C-B518-36AB2A418EC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0F0431C-66FF-9D41-85FE-39BB57749535}" type="pres">
      <dgm:prSet presAssocID="{2A457D1B-AF6A-A84C-B518-36AB2A418EC3}" presName="desTx" presStyleLbl="alignAccFollowNode1" presStyleIdx="1" presStyleCnt="3">
        <dgm:presLayoutVars>
          <dgm:bulletEnabled val="1"/>
        </dgm:presLayoutVars>
      </dgm:prSet>
      <dgm:spPr/>
    </dgm:pt>
    <dgm:pt modelId="{139B352C-BDD8-3248-AEA6-2576265BFAF5}" type="pres">
      <dgm:prSet presAssocID="{6CCCCECB-DEE3-2C43-AB1B-D795B919107D}" presName="space" presStyleCnt="0"/>
      <dgm:spPr/>
    </dgm:pt>
    <dgm:pt modelId="{E6287951-361C-6B4B-BB31-4F0A6E47B6A7}" type="pres">
      <dgm:prSet presAssocID="{43E59749-D326-4F46-957A-9D9E936E25FB}" presName="composite" presStyleCnt="0"/>
      <dgm:spPr/>
    </dgm:pt>
    <dgm:pt modelId="{B4D1CCF5-5A4B-7043-AAB3-16D500098589}" type="pres">
      <dgm:prSet presAssocID="{43E59749-D326-4F46-957A-9D9E936E25F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671D6B6-A701-0E46-BE31-B98FCFC95553}" type="pres">
      <dgm:prSet presAssocID="{43E59749-D326-4F46-957A-9D9E936E25F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75A4915-E9F7-7C4B-8369-B1C08F90C028}" type="presOf" srcId="{705EBA7E-5308-A346-8762-9E55B0D0BE0B}" destId="{8943C55A-1AF4-4B49-B20A-3D615C5D3FE1}" srcOrd="0" destOrd="0" presId="urn:microsoft.com/office/officeart/2005/8/layout/hList1"/>
    <dgm:cxn modelId="{EA5A4A1F-37FE-9C4E-97D9-D94A121CDC3C}" type="presOf" srcId="{D6803705-3073-A54A-AE9F-8FDB83C3902D}" destId="{F484F5FB-C3EE-7A4F-82C0-B42CD03F1783}" srcOrd="0" destOrd="0" presId="urn:microsoft.com/office/officeart/2005/8/layout/hList1"/>
    <dgm:cxn modelId="{397FDC22-4D32-1148-A4BE-0AF03C5364E4}" type="presOf" srcId="{2B7B8348-CE9C-BA48-8047-92069DEE1D74}" destId="{93915A64-A3D3-EB4D-91AD-C15B81862E0C}" srcOrd="0" destOrd="0" presId="urn:microsoft.com/office/officeart/2005/8/layout/hList1"/>
    <dgm:cxn modelId="{7A823A4B-682C-064C-AD0A-6BBB860F8C37}" type="presOf" srcId="{2A457D1B-AF6A-A84C-B518-36AB2A418EC3}" destId="{07CE919D-6083-8048-8966-BC21B2D45191}" srcOrd="0" destOrd="0" presId="urn:microsoft.com/office/officeart/2005/8/layout/hList1"/>
    <dgm:cxn modelId="{2D59DC60-B9F5-9742-97AD-92E2B73C862D}" srcId="{2B7B8348-CE9C-BA48-8047-92069DEE1D74}" destId="{2A457D1B-AF6A-A84C-B518-36AB2A418EC3}" srcOrd="1" destOrd="0" parTransId="{2E6EAD12-529C-E540-A9EB-E912267F34EE}" sibTransId="{6CCCCECB-DEE3-2C43-AB1B-D795B919107D}"/>
    <dgm:cxn modelId="{1A17A461-DBA0-0F4E-8D40-9435037A77A6}" srcId="{D6803705-3073-A54A-AE9F-8FDB83C3902D}" destId="{705EBA7E-5308-A346-8762-9E55B0D0BE0B}" srcOrd="0" destOrd="0" parTransId="{1785FC89-0E1B-5849-9D07-67330DEAEE45}" sibTransId="{E949FDFF-9D17-9649-8786-58852698134A}"/>
    <dgm:cxn modelId="{C87D936B-1507-0047-AA5C-76E984DC05A0}" type="presOf" srcId="{43E59749-D326-4F46-957A-9D9E936E25FB}" destId="{B4D1CCF5-5A4B-7043-AAB3-16D500098589}" srcOrd="0" destOrd="0" presId="urn:microsoft.com/office/officeart/2005/8/layout/hList1"/>
    <dgm:cxn modelId="{DCC86D6F-48EB-A348-A300-DD282F168BEB}" srcId="{2A457D1B-AF6A-A84C-B518-36AB2A418EC3}" destId="{2B91F1FB-2762-D44E-9D3D-946A3CD14E0E}" srcOrd="0" destOrd="0" parTransId="{83FA8977-8F9D-BE44-88BA-68EEE0BD01B6}" sibTransId="{B612D398-671D-EC45-B7F8-0C75CEB21FF0}"/>
    <dgm:cxn modelId="{17E4DF9B-FADA-A445-A8A5-A7EE96460411}" type="presOf" srcId="{4831CC6F-B2B5-D24F-A993-42F8EB18C793}" destId="{5671D6B6-A701-0E46-BE31-B98FCFC95553}" srcOrd="0" destOrd="0" presId="urn:microsoft.com/office/officeart/2005/8/layout/hList1"/>
    <dgm:cxn modelId="{54A93AAA-5A7A-AE47-ABD0-870F442ED9C4}" type="presOf" srcId="{2B91F1FB-2762-D44E-9D3D-946A3CD14E0E}" destId="{10F0431C-66FF-9D41-85FE-39BB57749535}" srcOrd="0" destOrd="0" presId="urn:microsoft.com/office/officeart/2005/8/layout/hList1"/>
    <dgm:cxn modelId="{01FC50AA-B515-D649-9A63-0E4A42DD022E}" srcId="{2B7B8348-CE9C-BA48-8047-92069DEE1D74}" destId="{D6803705-3073-A54A-AE9F-8FDB83C3902D}" srcOrd="0" destOrd="0" parTransId="{D3DE3176-A2EA-5C4F-ACB1-7627F58AF184}" sibTransId="{0CC11C1E-2E4C-AC43-B0FA-4B8F5C56A8B6}"/>
    <dgm:cxn modelId="{DB4664C1-6443-BF47-90DC-944765E80DFD}" srcId="{43E59749-D326-4F46-957A-9D9E936E25FB}" destId="{4831CC6F-B2B5-D24F-A993-42F8EB18C793}" srcOrd="0" destOrd="0" parTransId="{BD29ADB2-D101-984B-9CBE-ABB054D56355}" sibTransId="{8A06CC6B-8225-654D-BAED-A336AE6D9447}"/>
    <dgm:cxn modelId="{E62E80D8-9CB4-0640-9243-2FF1EF8BE262}" srcId="{2B7B8348-CE9C-BA48-8047-92069DEE1D74}" destId="{43E59749-D326-4F46-957A-9D9E936E25FB}" srcOrd="2" destOrd="0" parTransId="{FA556D35-9B3A-434E-B7CA-3687353A4903}" sibTransId="{194B1646-8E73-3E4B-A969-BB2F05A34BDF}"/>
    <dgm:cxn modelId="{36711C78-AD98-C74B-A71E-0889D536F5CD}" type="presParOf" srcId="{93915A64-A3D3-EB4D-91AD-C15B81862E0C}" destId="{F29BB59B-0E5D-D24A-BFCF-D5B913E50558}" srcOrd="0" destOrd="0" presId="urn:microsoft.com/office/officeart/2005/8/layout/hList1"/>
    <dgm:cxn modelId="{F785EFA4-942D-E74C-B720-F2C02B45A647}" type="presParOf" srcId="{F29BB59B-0E5D-D24A-BFCF-D5B913E50558}" destId="{F484F5FB-C3EE-7A4F-82C0-B42CD03F1783}" srcOrd="0" destOrd="0" presId="urn:microsoft.com/office/officeart/2005/8/layout/hList1"/>
    <dgm:cxn modelId="{53513BCD-4178-1545-9B9F-7F4CB3862C07}" type="presParOf" srcId="{F29BB59B-0E5D-D24A-BFCF-D5B913E50558}" destId="{8943C55A-1AF4-4B49-B20A-3D615C5D3FE1}" srcOrd="1" destOrd="0" presId="urn:microsoft.com/office/officeart/2005/8/layout/hList1"/>
    <dgm:cxn modelId="{D85ECEF1-0E0D-D748-861D-10EEDD5EB59D}" type="presParOf" srcId="{93915A64-A3D3-EB4D-91AD-C15B81862E0C}" destId="{7D0BB359-ECCD-C74E-A260-650BDC48F87A}" srcOrd="1" destOrd="0" presId="urn:microsoft.com/office/officeart/2005/8/layout/hList1"/>
    <dgm:cxn modelId="{3D4704B2-3EDB-014B-AFE1-7A5C43F306AC}" type="presParOf" srcId="{93915A64-A3D3-EB4D-91AD-C15B81862E0C}" destId="{3BA590C9-E0F4-6647-854A-016FD3F4792F}" srcOrd="2" destOrd="0" presId="urn:microsoft.com/office/officeart/2005/8/layout/hList1"/>
    <dgm:cxn modelId="{2DE8E2C9-D2EF-2245-8076-56870C46F9FC}" type="presParOf" srcId="{3BA590C9-E0F4-6647-854A-016FD3F4792F}" destId="{07CE919D-6083-8048-8966-BC21B2D45191}" srcOrd="0" destOrd="0" presId="urn:microsoft.com/office/officeart/2005/8/layout/hList1"/>
    <dgm:cxn modelId="{80638FA2-9EEC-854E-A37D-661CDB740C08}" type="presParOf" srcId="{3BA590C9-E0F4-6647-854A-016FD3F4792F}" destId="{10F0431C-66FF-9D41-85FE-39BB57749535}" srcOrd="1" destOrd="0" presId="urn:microsoft.com/office/officeart/2005/8/layout/hList1"/>
    <dgm:cxn modelId="{D85BC84A-C3B2-7542-8FC6-1B4E8FA222FB}" type="presParOf" srcId="{93915A64-A3D3-EB4D-91AD-C15B81862E0C}" destId="{139B352C-BDD8-3248-AEA6-2576265BFAF5}" srcOrd="3" destOrd="0" presId="urn:microsoft.com/office/officeart/2005/8/layout/hList1"/>
    <dgm:cxn modelId="{18E05148-6E1D-C544-BEDE-1B8C2EB5F19A}" type="presParOf" srcId="{93915A64-A3D3-EB4D-91AD-C15B81862E0C}" destId="{E6287951-361C-6B4B-BB31-4F0A6E47B6A7}" srcOrd="4" destOrd="0" presId="urn:microsoft.com/office/officeart/2005/8/layout/hList1"/>
    <dgm:cxn modelId="{E976ACB4-76C1-7D4B-9C39-29ACF9B95D8A}" type="presParOf" srcId="{E6287951-361C-6B4B-BB31-4F0A6E47B6A7}" destId="{B4D1CCF5-5A4B-7043-AAB3-16D500098589}" srcOrd="0" destOrd="0" presId="urn:microsoft.com/office/officeart/2005/8/layout/hList1"/>
    <dgm:cxn modelId="{2566C364-A128-C54F-9755-7B1305A3A126}" type="presParOf" srcId="{E6287951-361C-6B4B-BB31-4F0A6E47B6A7}" destId="{5671D6B6-A701-0E46-BE31-B98FCFC955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501D24E-5B9A-3C4C-8C62-4FCD2FDC19E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7FE925-25CF-6343-912F-1BC2965C1E46}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Bounded buffer</a:t>
          </a:r>
        </a:p>
      </dgm:t>
    </dgm:pt>
    <dgm:pt modelId="{BBA9B8F5-CF00-F745-977C-F3856166F7B6}" type="parTrans" cxnId="{6945C2B4-7EA3-964B-A70D-08E07A320A2A}">
      <dgm:prSet/>
      <dgm:spPr/>
      <dgm:t>
        <a:bodyPr/>
        <a:lstStyle/>
        <a:p>
          <a:endParaRPr lang="en-US"/>
        </a:p>
      </dgm:t>
    </dgm:pt>
    <dgm:pt modelId="{39078A89-68D0-8F49-80C0-BA630F7E79F1}" type="sibTrans" cxnId="{6945C2B4-7EA3-964B-A70D-08E07A320A2A}">
      <dgm:prSet/>
      <dgm:spPr/>
      <dgm:t>
        <a:bodyPr/>
        <a:lstStyle/>
        <a:p>
          <a:endParaRPr lang="en-US"/>
        </a:p>
      </dgm:t>
    </dgm:pt>
    <dgm:pt modelId="{45897DA1-6CA8-8847-A3C4-B4CEF1504002}">
      <dgm:prSet phldrT="[Text]"/>
      <dgm:spPr/>
      <dgm:t>
        <a:bodyPr/>
        <a:lstStyle/>
        <a:p>
          <a:r>
            <a:rPr lang="en-US" dirty="0"/>
            <a:t>Also called the producer–consumer problem. Producers add items to a limited buffer while consumers remove them. The system must prevent overflow and underflow.</a:t>
          </a:r>
        </a:p>
      </dgm:t>
    </dgm:pt>
    <dgm:pt modelId="{461392FD-C843-A64E-95D0-EC1E4E8DEBDE}" type="parTrans" cxnId="{704FE536-76A2-7245-97D0-F7CCAD7B9EBC}">
      <dgm:prSet/>
      <dgm:spPr/>
      <dgm:t>
        <a:bodyPr/>
        <a:lstStyle/>
        <a:p>
          <a:endParaRPr lang="en-US"/>
        </a:p>
      </dgm:t>
    </dgm:pt>
    <dgm:pt modelId="{0D4552E7-6232-794F-929F-E723CD61F8C5}" type="sibTrans" cxnId="{704FE536-76A2-7245-97D0-F7CCAD7B9EBC}">
      <dgm:prSet/>
      <dgm:spPr/>
      <dgm:t>
        <a:bodyPr/>
        <a:lstStyle/>
        <a:p>
          <a:endParaRPr lang="en-US"/>
        </a:p>
      </dgm:t>
    </dgm:pt>
    <dgm:pt modelId="{974C79BB-E7EF-8849-AEF5-D768A3E0A572}">
      <dgm:prSet phldrT="[Text]"/>
      <dgm:spPr/>
      <dgm:t>
        <a:bodyPr/>
        <a:lstStyle/>
        <a:p>
          <a:r>
            <a:rPr lang="en-US" dirty="0">
              <a:solidFill>
                <a:schemeClr val="accent3">
                  <a:lumMod val="60000"/>
                  <a:lumOff val="40000"/>
                </a:schemeClr>
              </a:solidFill>
            </a:rPr>
            <a:t>Dining philosophers</a:t>
          </a:r>
        </a:p>
      </dgm:t>
    </dgm:pt>
    <dgm:pt modelId="{C0030892-07AF-C740-9541-1F9391728A9A}" type="parTrans" cxnId="{50BDADD6-E259-BA47-8FE1-E62899A3FB9C}">
      <dgm:prSet/>
      <dgm:spPr/>
      <dgm:t>
        <a:bodyPr/>
        <a:lstStyle/>
        <a:p>
          <a:endParaRPr lang="en-US"/>
        </a:p>
      </dgm:t>
    </dgm:pt>
    <dgm:pt modelId="{D6B59BB5-F70C-6041-8F8A-9DF637EBB5FE}" type="sibTrans" cxnId="{50BDADD6-E259-BA47-8FE1-E62899A3FB9C}">
      <dgm:prSet/>
      <dgm:spPr/>
      <dgm:t>
        <a:bodyPr/>
        <a:lstStyle/>
        <a:p>
          <a:endParaRPr lang="en-US"/>
        </a:p>
      </dgm:t>
    </dgm:pt>
    <dgm:pt modelId="{8751AA4A-5CEB-1B43-92A3-5E0FC1F3E26F}">
      <dgm:prSet phldrT="[Text]"/>
      <dgm:spPr/>
      <dgm:t>
        <a:bodyPr/>
        <a:lstStyle/>
        <a:p>
          <a:r>
            <a:rPr lang="en-US" dirty="0"/>
            <a:t>Several processes compete for shared resources. Poor coordination can cause processes to wait indefinitely for resources held by others.</a:t>
          </a:r>
        </a:p>
      </dgm:t>
    </dgm:pt>
    <dgm:pt modelId="{0DD87A06-0313-FF48-88F9-36999CCB37D1}" type="parTrans" cxnId="{5A559599-967C-3145-AC58-DD5AB678B099}">
      <dgm:prSet/>
      <dgm:spPr/>
      <dgm:t>
        <a:bodyPr/>
        <a:lstStyle/>
        <a:p>
          <a:endParaRPr lang="en-US"/>
        </a:p>
      </dgm:t>
    </dgm:pt>
    <dgm:pt modelId="{EAF77091-81E7-A347-95A2-07ED208F140E}" type="sibTrans" cxnId="{5A559599-967C-3145-AC58-DD5AB678B099}">
      <dgm:prSet/>
      <dgm:spPr/>
      <dgm:t>
        <a:bodyPr/>
        <a:lstStyle/>
        <a:p>
          <a:endParaRPr lang="en-US"/>
        </a:p>
      </dgm:t>
    </dgm:pt>
    <dgm:pt modelId="{074C2146-C4DE-7841-AEEB-951CDEFFDD86}">
      <dgm:prSet phldrT="[Text]"/>
      <dgm:spPr/>
      <dgm:t>
        <a:bodyPr/>
        <a:lstStyle/>
        <a:p>
          <a:r>
            <a:rPr lang="en-US" dirty="0">
              <a:solidFill>
                <a:schemeClr val="accent5">
                  <a:lumMod val="60000"/>
                  <a:lumOff val="40000"/>
                </a:schemeClr>
              </a:solidFill>
            </a:rPr>
            <a:t>Readers writers</a:t>
          </a:r>
        </a:p>
      </dgm:t>
    </dgm:pt>
    <dgm:pt modelId="{2849EBFF-9572-7848-A6B3-F9A844A39A0F}" type="parTrans" cxnId="{9A74EC68-7689-2342-948A-75F52C0F7738}">
      <dgm:prSet/>
      <dgm:spPr/>
      <dgm:t>
        <a:bodyPr/>
        <a:lstStyle/>
        <a:p>
          <a:endParaRPr lang="en-US"/>
        </a:p>
      </dgm:t>
    </dgm:pt>
    <dgm:pt modelId="{1F3D339F-F2F8-064F-9FEC-8568128FBAFA}" type="sibTrans" cxnId="{9A74EC68-7689-2342-948A-75F52C0F7738}">
      <dgm:prSet/>
      <dgm:spPr/>
      <dgm:t>
        <a:bodyPr/>
        <a:lstStyle/>
        <a:p>
          <a:endParaRPr lang="en-US"/>
        </a:p>
      </dgm:t>
    </dgm:pt>
    <dgm:pt modelId="{6B15E0D4-8824-E244-8EE9-58066B6997D0}">
      <dgm:prSet phldrT="[Text]"/>
      <dgm:spPr/>
      <dgm:t>
        <a:bodyPr/>
        <a:lstStyle/>
        <a:p>
          <a:r>
            <a:rPr lang="en-US" dirty="0"/>
            <a:t>Multiple readers may access shared data together, while a writer needs exclusive access. The design must coordinate readers and writers correctly</a:t>
          </a:r>
        </a:p>
      </dgm:t>
    </dgm:pt>
    <dgm:pt modelId="{C96263B0-7573-4349-8786-D2306DE8C835}" type="parTrans" cxnId="{57C31499-4E0C-AD4C-8319-64E8D0029DE5}">
      <dgm:prSet/>
      <dgm:spPr/>
      <dgm:t>
        <a:bodyPr/>
        <a:lstStyle/>
        <a:p>
          <a:endParaRPr lang="en-US"/>
        </a:p>
      </dgm:t>
    </dgm:pt>
    <dgm:pt modelId="{D5CE0A0D-A731-CE41-89AA-9448C6173B1C}" type="sibTrans" cxnId="{57C31499-4E0C-AD4C-8319-64E8D0029DE5}">
      <dgm:prSet/>
      <dgm:spPr/>
      <dgm:t>
        <a:bodyPr/>
        <a:lstStyle/>
        <a:p>
          <a:endParaRPr lang="en-US"/>
        </a:p>
      </dgm:t>
    </dgm:pt>
    <dgm:pt modelId="{7436AFA2-3F79-C344-BEA2-DD2F3CF43AE5}" type="pres">
      <dgm:prSet presAssocID="{6501D24E-5B9A-3C4C-8C62-4FCD2FDC19E5}" presName="Name0" presStyleCnt="0">
        <dgm:presLayoutVars>
          <dgm:dir/>
          <dgm:animLvl val="lvl"/>
          <dgm:resizeHandles val="exact"/>
        </dgm:presLayoutVars>
      </dgm:prSet>
      <dgm:spPr/>
    </dgm:pt>
    <dgm:pt modelId="{2680C0A2-3286-4A4C-9F9D-7A39FCD5C223}" type="pres">
      <dgm:prSet presAssocID="{A97FE925-25CF-6343-912F-1BC2965C1E46}" presName="composite" presStyleCnt="0"/>
      <dgm:spPr/>
    </dgm:pt>
    <dgm:pt modelId="{5BDA76DB-3B3E-8D41-80BD-77C5E5AF4E50}" type="pres">
      <dgm:prSet presAssocID="{A97FE925-25CF-6343-912F-1BC2965C1E4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8527DCC-0C6D-C34F-88EE-F6A4E7E77F34}" type="pres">
      <dgm:prSet presAssocID="{A97FE925-25CF-6343-912F-1BC2965C1E46}" presName="desTx" presStyleLbl="alignAccFollowNode1" presStyleIdx="0" presStyleCnt="3">
        <dgm:presLayoutVars>
          <dgm:bulletEnabled val="1"/>
        </dgm:presLayoutVars>
      </dgm:prSet>
      <dgm:spPr/>
    </dgm:pt>
    <dgm:pt modelId="{EC7DF90D-D2D2-7D4F-BEBE-D5022CBE5647}" type="pres">
      <dgm:prSet presAssocID="{39078A89-68D0-8F49-80C0-BA630F7E79F1}" presName="space" presStyleCnt="0"/>
      <dgm:spPr/>
    </dgm:pt>
    <dgm:pt modelId="{71541919-F9D1-494F-ACC8-106DA92F8E03}" type="pres">
      <dgm:prSet presAssocID="{974C79BB-E7EF-8849-AEF5-D768A3E0A572}" presName="composite" presStyleCnt="0"/>
      <dgm:spPr/>
    </dgm:pt>
    <dgm:pt modelId="{2773B1F0-1282-C94B-AEDB-CCDAAABE8770}" type="pres">
      <dgm:prSet presAssocID="{974C79BB-E7EF-8849-AEF5-D768A3E0A57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88A1549-EBDB-0B47-931A-7AB8BEF20AAA}" type="pres">
      <dgm:prSet presAssocID="{974C79BB-E7EF-8849-AEF5-D768A3E0A572}" presName="desTx" presStyleLbl="alignAccFollowNode1" presStyleIdx="1" presStyleCnt="3">
        <dgm:presLayoutVars>
          <dgm:bulletEnabled val="1"/>
        </dgm:presLayoutVars>
      </dgm:prSet>
      <dgm:spPr/>
    </dgm:pt>
    <dgm:pt modelId="{16E3F7CE-CA1B-D648-80A3-A08BD85AF0A5}" type="pres">
      <dgm:prSet presAssocID="{D6B59BB5-F70C-6041-8F8A-9DF637EBB5FE}" presName="space" presStyleCnt="0"/>
      <dgm:spPr/>
    </dgm:pt>
    <dgm:pt modelId="{E4043FF4-41FF-DE41-98B1-EC149CB06626}" type="pres">
      <dgm:prSet presAssocID="{074C2146-C4DE-7841-AEEB-951CDEFFDD86}" presName="composite" presStyleCnt="0"/>
      <dgm:spPr/>
    </dgm:pt>
    <dgm:pt modelId="{68A8E483-401B-E849-BD6F-47737E81DD6D}" type="pres">
      <dgm:prSet presAssocID="{074C2146-C4DE-7841-AEEB-951CDEFFDD8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74106C3-3D77-844F-AEBC-9CC7842F7AF5}" type="pres">
      <dgm:prSet presAssocID="{074C2146-C4DE-7841-AEEB-951CDEFFDD8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1C11B24-012B-D241-B8EC-B3FA46D9D724}" type="presOf" srcId="{6B15E0D4-8824-E244-8EE9-58066B6997D0}" destId="{574106C3-3D77-844F-AEBC-9CC7842F7AF5}" srcOrd="0" destOrd="0" presId="urn:microsoft.com/office/officeart/2005/8/layout/hList1"/>
    <dgm:cxn modelId="{152FD225-B238-6D45-96FA-721E5AC273BA}" type="presOf" srcId="{8751AA4A-5CEB-1B43-92A3-5E0FC1F3E26F}" destId="{488A1549-EBDB-0B47-931A-7AB8BEF20AAA}" srcOrd="0" destOrd="0" presId="urn:microsoft.com/office/officeart/2005/8/layout/hList1"/>
    <dgm:cxn modelId="{704FE536-76A2-7245-97D0-F7CCAD7B9EBC}" srcId="{A97FE925-25CF-6343-912F-1BC2965C1E46}" destId="{45897DA1-6CA8-8847-A3C4-B4CEF1504002}" srcOrd="0" destOrd="0" parTransId="{461392FD-C843-A64E-95D0-EC1E4E8DEBDE}" sibTransId="{0D4552E7-6232-794F-929F-E723CD61F8C5}"/>
    <dgm:cxn modelId="{9A74EC68-7689-2342-948A-75F52C0F7738}" srcId="{6501D24E-5B9A-3C4C-8C62-4FCD2FDC19E5}" destId="{074C2146-C4DE-7841-AEEB-951CDEFFDD86}" srcOrd="2" destOrd="0" parTransId="{2849EBFF-9572-7848-A6B3-F9A844A39A0F}" sibTransId="{1F3D339F-F2F8-064F-9FEC-8568128FBAFA}"/>
    <dgm:cxn modelId="{F36F097E-5218-9343-BE83-BCA9ABF2A4A8}" type="presOf" srcId="{074C2146-C4DE-7841-AEEB-951CDEFFDD86}" destId="{68A8E483-401B-E849-BD6F-47737E81DD6D}" srcOrd="0" destOrd="0" presId="urn:microsoft.com/office/officeart/2005/8/layout/hList1"/>
    <dgm:cxn modelId="{7997FB84-B762-234D-9795-5A0BA1E93A72}" type="presOf" srcId="{6501D24E-5B9A-3C4C-8C62-4FCD2FDC19E5}" destId="{7436AFA2-3F79-C344-BEA2-DD2F3CF43AE5}" srcOrd="0" destOrd="0" presId="urn:microsoft.com/office/officeart/2005/8/layout/hList1"/>
    <dgm:cxn modelId="{2E28FC97-E1E4-7449-9D66-AE4E42E6F004}" type="presOf" srcId="{A97FE925-25CF-6343-912F-1BC2965C1E46}" destId="{5BDA76DB-3B3E-8D41-80BD-77C5E5AF4E50}" srcOrd="0" destOrd="0" presId="urn:microsoft.com/office/officeart/2005/8/layout/hList1"/>
    <dgm:cxn modelId="{57C31499-4E0C-AD4C-8319-64E8D0029DE5}" srcId="{074C2146-C4DE-7841-AEEB-951CDEFFDD86}" destId="{6B15E0D4-8824-E244-8EE9-58066B6997D0}" srcOrd="0" destOrd="0" parTransId="{C96263B0-7573-4349-8786-D2306DE8C835}" sibTransId="{D5CE0A0D-A731-CE41-89AA-9448C6173B1C}"/>
    <dgm:cxn modelId="{5A559599-967C-3145-AC58-DD5AB678B099}" srcId="{974C79BB-E7EF-8849-AEF5-D768A3E0A572}" destId="{8751AA4A-5CEB-1B43-92A3-5E0FC1F3E26F}" srcOrd="0" destOrd="0" parTransId="{0DD87A06-0313-FF48-88F9-36999CCB37D1}" sibTransId="{EAF77091-81E7-A347-95A2-07ED208F140E}"/>
    <dgm:cxn modelId="{F105BAA7-65F9-794E-B8BD-9C4459A561D6}" type="presOf" srcId="{45897DA1-6CA8-8847-A3C4-B4CEF1504002}" destId="{78527DCC-0C6D-C34F-88EE-F6A4E7E77F34}" srcOrd="0" destOrd="0" presId="urn:microsoft.com/office/officeart/2005/8/layout/hList1"/>
    <dgm:cxn modelId="{6945C2B4-7EA3-964B-A70D-08E07A320A2A}" srcId="{6501D24E-5B9A-3C4C-8C62-4FCD2FDC19E5}" destId="{A97FE925-25CF-6343-912F-1BC2965C1E46}" srcOrd="0" destOrd="0" parTransId="{BBA9B8F5-CF00-F745-977C-F3856166F7B6}" sibTransId="{39078A89-68D0-8F49-80C0-BA630F7E79F1}"/>
    <dgm:cxn modelId="{50BDADD6-E259-BA47-8FE1-E62899A3FB9C}" srcId="{6501D24E-5B9A-3C4C-8C62-4FCD2FDC19E5}" destId="{974C79BB-E7EF-8849-AEF5-D768A3E0A572}" srcOrd="1" destOrd="0" parTransId="{C0030892-07AF-C740-9541-1F9391728A9A}" sibTransId="{D6B59BB5-F70C-6041-8F8A-9DF637EBB5FE}"/>
    <dgm:cxn modelId="{E71332F2-6915-444B-A975-218FF7418471}" type="presOf" srcId="{974C79BB-E7EF-8849-AEF5-D768A3E0A572}" destId="{2773B1F0-1282-C94B-AEDB-CCDAAABE8770}" srcOrd="0" destOrd="0" presId="urn:microsoft.com/office/officeart/2005/8/layout/hList1"/>
    <dgm:cxn modelId="{5E026B42-9C93-6C43-A416-27D3A9A808D6}" type="presParOf" srcId="{7436AFA2-3F79-C344-BEA2-DD2F3CF43AE5}" destId="{2680C0A2-3286-4A4C-9F9D-7A39FCD5C223}" srcOrd="0" destOrd="0" presId="urn:microsoft.com/office/officeart/2005/8/layout/hList1"/>
    <dgm:cxn modelId="{D539EAAE-18DE-FA45-8DA4-DD6B03986630}" type="presParOf" srcId="{2680C0A2-3286-4A4C-9F9D-7A39FCD5C223}" destId="{5BDA76DB-3B3E-8D41-80BD-77C5E5AF4E50}" srcOrd="0" destOrd="0" presId="urn:microsoft.com/office/officeart/2005/8/layout/hList1"/>
    <dgm:cxn modelId="{C828DFA7-1972-3842-A6E1-A1D6E7256342}" type="presParOf" srcId="{2680C0A2-3286-4A4C-9F9D-7A39FCD5C223}" destId="{78527DCC-0C6D-C34F-88EE-F6A4E7E77F34}" srcOrd="1" destOrd="0" presId="urn:microsoft.com/office/officeart/2005/8/layout/hList1"/>
    <dgm:cxn modelId="{ED9F3504-175A-1447-898D-7C9B36766339}" type="presParOf" srcId="{7436AFA2-3F79-C344-BEA2-DD2F3CF43AE5}" destId="{EC7DF90D-D2D2-7D4F-BEBE-D5022CBE5647}" srcOrd="1" destOrd="0" presId="urn:microsoft.com/office/officeart/2005/8/layout/hList1"/>
    <dgm:cxn modelId="{29862F8D-EB1F-7345-9E6A-182EE63DB505}" type="presParOf" srcId="{7436AFA2-3F79-C344-BEA2-DD2F3CF43AE5}" destId="{71541919-F9D1-494F-ACC8-106DA92F8E03}" srcOrd="2" destOrd="0" presId="urn:microsoft.com/office/officeart/2005/8/layout/hList1"/>
    <dgm:cxn modelId="{27B9E80B-29A5-2C4E-8B23-E3621D97654A}" type="presParOf" srcId="{71541919-F9D1-494F-ACC8-106DA92F8E03}" destId="{2773B1F0-1282-C94B-AEDB-CCDAAABE8770}" srcOrd="0" destOrd="0" presId="urn:microsoft.com/office/officeart/2005/8/layout/hList1"/>
    <dgm:cxn modelId="{EAF8BFEE-C404-5845-A2EC-979C6A80170F}" type="presParOf" srcId="{71541919-F9D1-494F-ACC8-106DA92F8E03}" destId="{488A1549-EBDB-0B47-931A-7AB8BEF20AAA}" srcOrd="1" destOrd="0" presId="urn:microsoft.com/office/officeart/2005/8/layout/hList1"/>
    <dgm:cxn modelId="{1D769739-7818-2047-B576-AAC236DFC50E}" type="presParOf" srcId="{7436AFA2-3F79-C344-BEA2-DD2F3CF43AE5}" destId="{16E3F7CE-CA1B-D648-80A3-A08BD85AF0A5}" srcOrd="3" destOrd="0" presId="urn:microsoft.com/office/officeart/2005/8/layout/hList1"/>
    <dgm:cxn modelId="{5B262256-FBE4-6D45-B7E0-7379487E16A6}" type="presParOf" srcId="{7436AFA2-3F79-C344-BEA2-DD2F3CF43AE5}" destId="{E4043FF4-41FF-DE41-98B1-EC149CB06626}" srcOrd="4" destOrd="0" presId="urn:microsoft.com/office/officeart/2005/8/layout/hList1"/>
    <dgm:cxn modelId="{30BF0756-7F97-D04F-AE05-AFD73E0B8148}" type="presParOf" srcId="{E4043FF4-41FF-DE41-98B1-EC149CB06626}" destId="{68A8E483-401B-E849-BD6F-47737E81DD6D}" srcOrd="0" destOrd="0" presId="urn:microsoft.com/office/officeart/2005/8/layout/hList1"/>
    <dgm:cxn modelId="{DAED5F01-556A-6B43-ADC7-69E86ABCAD27}" type="presParOf" srcId="{E4043FF4-41FF-DE41-98B1-EC149CB06626}" destId="{574106C3-3D77-844F-AEBC-9CC7842F7AF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326EA51-4D51-8B48-9746-C7B30B25868B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8B4AFF-9687-AB43-A8C0-B0259805DD31}">
      <dgm:prSet phldrT="[Text]"/>
      <dgm:spPr/>
      <dgm:t>
        <a:bodyPr/>
        <a:lstStyle/>
        <a:p>
          <a:r>
            <a:rPr lang="en-US" dirty="0">
              <a:solidFill>
                <a:srgbClr val="EA7EE8"/>
              </a:solidFill>
            </a:rPr>
            <a:t>mutex=1</a:t>
          </a:r>
        </a:p>
      </dgm:t>
    </dgm:pt>
    <dgm:pt modelId="{31BC66EC-CA35-DC4B-A27E-57AAD155CA1B}" type="parTrans" cxnId="{0F0D262B-EB82-DD43-816A-A992AA9A0AE7}">
      <dgm:prSet/>
      <dgm:spPr/>
      <dgm:t>
        <a:bodyPr/>
        <a:lstStyle/>
        <a:p>
          <a:endParaRPr lang="en-US"/>
        </a:p>
      </dgm:t>
    </dgm:pt>
    <dgm:pt modelId="{0A893859-96C6-EE4F-B83F-0BB9AB845D39}" type="sibTrans" cxnId="{0F0D262B-EB82-DD43-816A-A992AA9A0AE7}">
      <dgm:prSet/>
      <dgm:spPr/>
      <dgm:t>
        <a:bodyPr/>
        <a:lstStyle/>
        <a:p>
          <a:endParaRPr lang="en-US"/>
        </a:p>
      </dgm:t>
    </dgm:pt>
    <dgm:pt modelId="{55464167-F3A8-4D42-A5AC-C5618C4417A1}">
      <dgm:prSet phldrT="[Text]"/>
      <dgm:spPr/>
      <dgm:t>
        <a:bodyPr/>
        <a:lstStyle/>
        <a:p>
          <a:r>
            <a:rPr lang="en-US" dirty="0"/>
            <a:t>Protects the buffer while a process adds or removes an item.</a:t>
          </a:r>
        </a:p>
      </dgm:t>
    </dgm:pt>
    <dgm:pt modelId="{85FAC92E-4B98-3141-B510-6C41D9952206}" type="parTrans" cxnId="{7757EA8A-8501-6248-825E-761F3E106110}">
      <dgm:prSet/>
      <dgm:spPr/>
      <dgm:t>
        <a:bodyPr/>
        <a:lstStyle/>
        <a:p>
          <a:endParaRPr lang="en-US"/>
        </a:p>
      </dgm:t>
    </dgm:pt>
    <dgm:pt modelId="{8F4C9EE1-F561-994B-A8AA-F621087C96FC}" type="sibTrans" cxnId="{7757EA8A-8501-6248-825E-761F3E106110}">
      <dgm:prSet/>
      <dgm:spPr/>
      <dgm:t>
        <a:bodyPr/>
        <a:lstStyle/>
        <a:p>
          <a:endParaRPr lang="en-US"/>
        </a:p>
      </dgm:t>
    </dgm:pt>
    <dgm:pt modelId="{E985755B-2B50-8745-8CFF-C668E17D018E}">
      <dgm:prSet phldrT="[Text]"/>
      <dgm:spPr/>
      <dgm:t>
        <a:bodyPr/>
        <a:lstStyle/>
        <a:p>
          <a:r>
            <a:rPr lang="en-US" dirty="0">
              <a:solidFill>
                <a:schemeClr val="accent6">
                  <a:lumMod val="60000"/>
                  <a:lumOff val="40000"/>
                </a:schemeClr>
              </a:solidFill>
            </a:rPr>
            <a:t>empty=n</a:t>
          </a:r>
        </a:p>
      </dgm:t>
    </dgm:pt>
    <dgm:pt modelId="{C5205F97-5C8E-3248-9B5A-B57895A50B4D}" type="parTrans" cxnId="{740ACA01-CD68-FF4D-BF1F-B08804CB79FC}">
      <dgm:prSet/>
      <dgm:spPr/>
      <dgm:t>
        <a:bodyPr/>
        <a:lstStyle/>
        <a:p>
          <a:endParaRPr lang="en-US"/>
        </a:p>
      </dgm:t>
    </dgm:pt>
    <dgm:pt modelId="{012E6BBC-D2E8-3246-B10D-004696BC8B83}" type="sibTrans" cxnId="{740ACA01-CD68-FF4D-BF1F-B08804CB79FC}">
      <dgm:prSet/>
      <dgm:spPr/>
      <dgm:t>
        <a:bodyPr/>
        <a:lstStyle/>
        <a:p>
          <a:endParaRPr lang="en-US"/>
        </a:p>
      </dgm:t>
    </dgm:pt>
    <dgm:pt modelId="{DEE6A96B-A0EB-1F4D-A17E-91104A598A10}">
      <dgm:prSet phldrT="[Text]"/>
      <dgm:spPr/>
      <dgm:t>
        <a:bodyPr/>
        <a:lstStyle/>
        <a:p>
          <a:r>
            <a:rPr lang="en-US" dirty="0"/>
            <a:t>Counts how many empty spaces are available at the start.</a:t>
          </a:r>
        </a:p>
      </dgm:t>
    </dgm:pt>
    <dgm:pt modelId="{67317D23-51DA-094D-9C4E-7609E4DBBF0F}" type="parTrans" cxnId="{4E1BAB43-6BD6-344C-9F89-1F66BFF17840}">
      <dgm:prSet/>
      <dgm:spPr/>
      <dgm:t>
        <a:bodyPr/>
        <a:lstStyle/>
        <a:p>
          <a:endParaRPr lang="en-US"/>
        </a:p>
      </dgm:t>
    </dgm:pt>
    <dgm:pt modelId="{1FB86EC0-39AC-7E42-9B09-25A2E73843A0}" type="sibTrans" cxnId="{4E1BAB43-6BD6-344C-9F89-1F66BFF17840}">
      <dgm:prSet/>
      <dgm:spPr/>
      <dgm:t>
        <a:bodyPr/>
        <a:lstStyle/>
        <a:p>
          <a:endParaRPr lang="en-US"/>
        </a:p>
      </dgm:t>
    </dgm:pt>
    <dgm:pt modelId="{D79E7DF6-FFA1-0A43-A264-5FA7B27DD203}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full=0</a:t>
          </a:r>
        </a:p>
      </dgm:t>
    </dgm:pt>
    <dgm:pt modelId="{11C84CB7-0CD6-224A-A791-D20874FEBC2F}" type="parTrans" cxnId="{517EA20A-8A30-874A-9383-48ECFD7C16C2}">
      <dgm:prSet/>
      <dgm:spPr/>
      <dgm:t>
        <a:bodyPr/>
        <a:lstStyle/>
        <a:p>
          <a:endParaRPr lang="en-US"/>
        </a:p>
      </dgm:t>
    </dgm:pt>
    <dgm:pt modelId="{0C78B333-D9C9-7E48-9452-2B44730DA3D1}" type="sibTrans" cxnId="{517EA20A-8A30-874A-9383-48ECFD7C16C2}">
      <dgm:prSet/>
      <dgm:spPr/>
      <dgm:t>
        <a:bodyPr/>
        <a:lstStyle/>
        <a:p>
          <a:endParaRPr lang="en-US"/>
        </a:p>
      </dgm:t>
    </dgm:pt>
    <dgm:pt modelId="{16B10EC6-BDC7-2F4A-9563-209196D4B5A7}">
      <dgm:prSet phldrT="[Text]"/>
      <dgm:spPr/>
      <dgm:t>
        <a:bodyPr/>
        <a:lstStyle/>
        <a:p>
          <a:r>
            <a:rPr lang="en-US" dirty="0"/>
            <a:t>Counts how many spaces contain items at the start</a:t>
          </a:r>
        </a:p>
      </dgm:t>
    </dgm:pt>
    <dgm:pt modelId="{F85B15BA-8F50-4E48-B62B-AEF218069059}" type="parTrans" cxnId="{067DF97C-B46C-104D-8F20-C834732E8F3B}">
      <dgm:prSet/>
      <dgm:spPr/>
      <dgm:t>
        <a:bodyPr/>
        <a:lstStyle/>
        <a:p>
          <a:endParaRPr lang="en-US"/>
        </a:p>
      </dgm:t>
    </dgm:pt>
    <dgm:pt modelId="{0EDAA0B7-E0EA-B24E-8157-DDDF956BECA8}" type="sibTrans" cxnId="{067DF97C-B46C-104D-8F20-C834732E8F3B}">
      <dgm:prSet/>
      <dgm:spPr/>
      <dgm:t>
        <a:bodyPr/>
        <a:lstStyle/>
        <a:p>
          <a:endParaRPr lang="en-US"/>
        </a:p>
      </dgm:t>
    </dgm:pt>
    <dgm:pt modelId="{EBE093CE-1BFD-ED4F-9ED7-9259F356D7CB}" type="pres">
      <dgm:prSet presAssocID="{1326EA51-4D51-8B48-9746-C7B30B25868B}" presName="Name0" presStyleCnt="0">
        <dgm:presLayoutVars>
          <dgm:dir/>
          <dgm:animLvl val="lvl"/>
          <dgm:resizeHandles val="exact"/>
        </dgm:presLayoutVars>
      </dgm:prSet>
      <dgm:spPr/>
    </dgm:pt>
    <dgm:pt modelId="{779A6CAB-75DE-6F46-936A-73D4CD16D660}" type="pres">
      <dgm:prSet presAssocID="{E28B4AFF-9687-AB43-A8C0-B0259805DD31}" presName="composite" presStyleCnt="0"/>
      <dgm:spPr/>
    </dgm:pt>
    <dgm:pt modelId="{28E71BDC-4C2A-8E4C-8C4E-C10AF11345A5}" type="pres">
      <dgm:prSet presAssocID="{E28B4AFF-9687-AB43-A8C0-B0259805DD3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AAFAB81-6043-F845-8436-6E2A62FAE3AE}" type="pres">
      <dgm:prSet presAssocID="{E28B4AFF-9687-AB43-A8C0-B0259805DD31}" presName="desTx" presStyleLbl="alignAccFollowNode1" presStyleIdx="0" presStyleCnt="3">
        <dgm:presLayoutVars>
          <dgm:bulletEnabled val="1"/>
        </dgm:presLayoutVars>
      </dgm:prSet>
      <dgm:spPr/>
    </dgm:pt>
    <dgm:pt modelId="{5D0A280F-97F7-BD4E-BB0D-D9C9787E244B}" type="pres">
      <dgm:prSet presAssocID="{0A893859-96C6-EE4F-B83F-0BB9AB845D39}" presName="space" presStyleCnt="0"/>
      <dgm:spPr/>
    </dgm:pt>
    <dgm:pt modelId="{0430F821-6280-8C45-A401-D303F9F21CA5}" type="pres">
      <dgm:prSet presAssocID="{E985755B-2B50-8745-8CFF-C668E17D018E}" presName="composite" presStyleCnt="0"/>
      <dgm:spPr/>
    </dgm:pt>
    <dgm:pt modelId="{B2DFDD84-EDA5-C346-A0FF-288817D9CD31}" type="pres">
      <dgm:prSet presAssocID="{E985755B-2B50-8745-8CFF-C668E17D018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9D03D8C-EAA7-6D4B-806D-76E2CADC7818}" type="pres">
      <dgm:prSet presAssocID="{E985755B-2B50-8745-8CFF-C668E17D018E}" presName="desTx" presStyleLbl="alignAccFollowNode1" presStyleIdx="1" presStyleCnt="3">
        <dgm:presLayoutVars>
          <dgm:bulletEnabled val="1"/>
        </dgm:presLayoutVars>
      </dgm:prSet>
      <dgm:spPr/>
    </dgm:pt>
    <dgm:pt modelId="{04F1A678-38CC-6B4D-B8F8-35EFD6F94D69}" type="pres">
      <dgm:prSet presAssocID="{012E6BBC-D2E8-3246-B10D-004696BC8B83}" presName="space" presStyleCnt="0"/>
      <dgm:spPr/>
    </dgm:pt>
    <dgm:pt modelId="{F361B7AE-1901-F949-B54C-E18080611990}" type="pres">
      <dgm:prSet presAssocID="{D79E7DF6-FFA1-0A43-A264-5FA7B27DD203}" presName="composite" presStyleCnt="0"/>
      <dgm:spPr/>
    </dgm:pt>
    <dgm:pt modelId="{F1D3D4C1-9245-2A4F-BC9D-77DE779DD4E1}" type="pres">
      <dgm:prSet presAssocID="{D79E7DF6-FFA1-0A43-A264-5FA7B27DD203}" presName="parTx" presStyleLbl="alignNode1" presStyleIdx="2" presStyleCnt="3" custLinFactNeighborX="103" custLinFactNeighborY="1251">
        <dgm:presLayoutVars>
          <dgm:chMax val="0"/>
          <dgm:chPref val="0"/>
          <dgm:bulletEnabled val="1"/>
        </dgm:presLayoutVars>
      </dgm:prSet>
      <dgm:spPr/>
    </dgm:pt>
    <dgm:pt modelId="{0EFE3B96-BC62-EC4D-BA4D-B9BF78990621}" type="pres">
      <dgm:prSet presAssocID="{D79E7DF6-FFA1-0A43-A264-5FA7B27DD20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40ACA01-CD68-FF4D-BF1F-B08804CB79FC}" srcId="{1326EA51-4D51-8B48-9746-C7B30B25868B}" destId="{E985755B-2B50-8745-8CFF-C668E17D018E}" srcOrd="1" destOrd="0" parTransId="{C5205F97-5C8E-3248-9B5A-B57895A50B4D}" sibTransId="{012E6BBC-D2E8-3246-B10D-004696BC8B83}"/>
    <dgm:cxn modelId="{517EA20A-8A30-874A-9383-48ECFD7C16C2}" srcId="{1326EA51-4D51-8B48-9746-C7B30B25868B}" destId="{D79E7DF6-FFA1-0A43-A264-5FA7B27DD203}" srcOrd="2" destOrd="0" parTransId="{11C84CB7-0CD6-224A-A791-D20874FEBC2F}" sibTransId="{0C78B333-D9C9-7E48-9452-2B44730DA3D1}"/>
    <dgm:cxn modelId="{368B2E16-1614-3D43-8820-A0C8C0FD7977}" type="presOf" srcId="{D79E7DF6-FFA1-0A43-A264-5FA7B27DD203}" destId="{F1D3D4C1-9245-2A4F-BC9D-77DE779DD4E1}" srcOrd="0" destOrd="0" presId="urn:microsoft.com/office/officeart/2005/8/layout/hList1"/>
    <dgm:cxn modelId="{0F0D262B-EB82-DD43-816A-A992AA9A0AE7}" srcId="{1326EA51-4D51-8B48-9746-C7B30B25868B}" destId="{E28B4AFF-9687-AB43-A8C0-B0259805DD31}" srcOrd="0" destOrd="0" parTransId="{31BC66EC-CA35-DC4B-A27E-57AAD155CA1B}" sibTransId="{0A893859-96C6-EE4F-B83F-0BB9AB845D39}"/>
    <dgm:cxn modelId="{6186472E-12EE-1242-8446-6C139F476F0B}" type="presOf" srcId="{DEE6A96B-A0EB-1F4D-A17E-91104A598A10}" destId="{C9D03D8C-EAA7-6D4B-806D-76E2CADC7818}" srcOrd="0" destOrd="0" presId="urn:microsoft.com/office/officeart/2005/8/layout/hList1"/>
    <dgm:cxn modelId="{58EF8233-42FA-2C4D-BB3C-1E5ABE3B0196}" type="presOf" srcId="{E985755B-2B50-8745-8CFF-C668E17D018E}" destId="{B2DFDD84-EDA5-C346-A0FF-288817D9CD31}" srcOrd="0" destOrd="0" presId="urn:microsoft.com/office/officeart/2005/8/layout/hList1"/>
    <dgm:cxn modelId="{1FF86C41-71CD-644D-9B4F-3E8B970E308E}" type="presOf" srcId="{1326EA51-4D51-8B48-9746-C7B30B25868B}" destId="{EBE093CE-1BFD-ED4F-9ED7-9259F356D7CB}" srcOrd="0" destOrd="0" presId="urn:microsoft.com/office/officeart/2005/8/layout/hList1"/>
    <dgm:cxn modelId="{4E1BAB43-6BD6-344C-9F89-1F66BFF17840}" srcId="{E985755B-2B50-8745-8CFF-C668E17D018E}" destId="{DEE6A96B-A0EB-1F4D-A17E-91104A598A10}" srcOrd="0" destOrd="0" parTransId="{67317D23-51DA-094D-9C4E-7609E4DBBF0F}" sibTransId="{1FB86EC0-39AC-7E42-9B09-25A2E73843A0}"/>
    <dgm:cxn modelId="{6E87626F-9FFC-D646-AAD2-66B9621D5003}" type="presOf" srcId="{E28B4AFF-9687-AB43-A8C0-B0259805DD31}" destId="{28E71BDC-4C2A-8E4C-8C4E-C10AF11345A5}" srcOrd="0" destOrd="0" presId="urn:microsoft.com/office/officeart/2005/8/layout/hList1"/>
    <dgm:cxn modelId="{067DF97C-B46C-104D-8F20-C834732E8F3B}" srcId="{D79E7DF6-FFA1-0A43-A264-5FA7B27DD203}" destId="{16B10EC6-BDC7-2F4A-9563-209196D4B5A7}" srcOrd="0" destOrd="0" parTransId="{F85B15BA-8F50-4E48-B62B-AEF218069059}" sibTransId="{0EDAA0B7-E0EA-B24E-8157-DDDF956BECA8}"/>
    <dgm:cxn modelId="{7757EA8A-8501-6248-825E-761F3E106110}" srcId="{E28B4AFF-9687-AB43-A8C0-B0259805DD31}" destId="{55464167-F3A8-4D42-A5AC-C5618C4417A1}" srcOrd="0" destOrd="0" parTransId="{85FAC92E-4B98-3141-B510-6C41D9952206}" sibTransId="{8F4C9EE1-F561-994B-A8AA-F621087C96FC}"/>
    <dgm:cxn modelId="{1C9264C8-7A9D-4C43-8C3B-9639CA0C04DC}" type="presOf" srcId="{55464167-F3A8-4D42-A5AC-C5618C4417A1}" destId="{6AAFAB81-6043-F845-8436-6E2A62FAE3AE}" srcOrd="0" destOrd="0" presId="urn:microsoft.com/office/officeart/2005/8/layout/hList1"/>
    <dgm:cxn modelId="{E748DBE5-D040-0541-9C39-3C0697153C03}" type="presOf" srcId="{16B10EC6-BDC7-2F4A-9563-209196D4B5A7}" destId="{0EFE3B96-BC62-EC4D-BA4D-B9BF78990621}" srcOrd="0" destOrd="0" presId="urn:microsoft.com/office/officeart/2005/8/layout/hList1"/>
    <dgm:cxn modelId="{ECB97D7A-3DC4-8441-A379-5A4A93DBC8E4}" type="presParOf" srcId="{EBE093CE-1BFD-ED4F-9ED7-9259F356D7CB}" destId="{779A6CAB-75DE-6F46-936A-73D4CD16D660}" srcOrd="0" destOrd="0" presId="urn:microsoft.com/office/officeart/2005/8/layout/hList1"/>
    <dgm:cxn modelId="{CB59E856-8F9B-5845-BAA4-5AA5C09CDF86}" type="presParOf" srcId="{779A6CAB-75DE-6F46-936A-73D4CD16D660}" destId="{28E71BDC-4C2A-8E4C-8C4E-C10AF11345A5}" srcOrd="0" destOrd="0" presId="urn:microsoft.com/office/officeart/2005/8/layout/hList1"/>
    <dgm:cxn modelId="{FAA2C56C-2FF7-BA47-9AA8-C487E818809C}" type="presParOf" srcId="{779A6CAB-75DE-6F46-936A-73D4CD16D660}" destId="{6AAFAB81-6043-F845-8436-6E2A62FAE3AE}" srcOrd="1" destOrd="0" presId="urn:microsoft.com/office/officeart/2005/8/layout/hList1"/>
    <dgm:cxn modelId="{C220B115-CB51-F84B-8944-33CF134B5611}" type="presParOf" srcId="{EBE093CE-1BFD-ED4F-9ED7-9259F356D7CB}" destId="{5D0A280F-97F7-BD4E-BB0D-D9C9787E244B}" srcOrd="1" destOrd="0" presId="urn:microsoft.com/office/officeart/2005/8/layout/hList1"/>
    <dgm:cxn modelId="{27ACE968-0142-6C41-B811-6BD305F20F48}" type="presParOf" srcId="{EBE093CE-1BFD-ED4F-9ED7-9259F356D7CB}" destId="{0430F821-6280-8C45-A401-D303F9F21CA5}" srcOrd="2" destOrd="0" presId="urn:microsoft.com/office/officeart/2005/8/layout/hList1"/>
    <dgm:cxn modelId="{F420A5A3-4AAA-554F-BD54-F099903F0E79}" type="presParOf" srcId="{0430F821-6280-8C45-A401-D303F9F21CA5}" destId="{B2DFDD84-EDA5-C346-A0FF-288817D9CD31}" srcOrd="0" destOrd="0" presId="urn:microsoft.com/office/officeart/2005/8/layout/hList1"/>
    <dgm:cxn modelId="{56FFFBB5-B2CD-3F47-9397-6EA748199A8E}" type="presParOf" srcId="{0430F821-6280-8C45-A401-D303F9F21CA5}" destId="{C9D03D8C-EAA7-6D4B-806D-76E2CADC7818}" srcOrd="1" destOrd="0" presId="urn:microsoft.com/office/officeart/2005/8/layout/hList1"/>
    <dgm:cxn modelId="{48D7C7C0-71D8-7441-8562-D22CB1454DE5}" type="presParOf" srcId="{EBE093CE-1BFD-ED4F-9ED7-9259F356D7CB}" destId="{04F1A678-38CC-6B4D-B8F8-35EFD6F94D69}" srcOrd="3" destOrd="0" presId="urn:microsoft.com/office/officeart/2005/8/layout/hList1"/>
    <dgm:cxn modelId="{68A02BFF-F8D7-7741-8116-2F8614B78518}" type="presParOf" srcId="{EBE093CE-1BFD-ED4F-9ED7-9259F356D7CB}" destId="{F361B7AE-1901-F949-B54C-E18080611990}" srcOrd="4" destOrd="0" presId="urn:microsoft.com/office/officeart/2005/8/layout/hList1"/>
    <dgm:cxn modelId="{15BB4BF3-9BF7-194B-A2F7-0F04E89052F8}" type="presParOf" srcId="{F361B7AE-1901-F949-B54C-E18080611990}" destId="{F1D3D4C1-9245-2A4F-BC9D-77DE779DD4E1}" srcOrd="0" destOrd="0" presId="urn:microsoft.com/office/officeart/2005/8/layout/hList1"/>
    <dgm:cxn modelId="{DDF67D58-8490-6444-A582-1C188F3FE123}" type="presParOf" srcId="{F361B7AE-1901-F949-B54C-E18080611990}" destId="{0EFE3B96-BC62-EC4D-BA4D-B9BF7899062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489A5E9-2215-A74E-A22D-9FFD0C61ADAA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396DEC-2EFB-4246-921C-5AD1E69A7BEB}">
      <dgm:prSet phldrT="[Text]"/>
      <dgm:spPr/>
      <dgm:t>
        <a:bodyPr/>
        <a:lstStyle/>
        <a:p>
          <a:r>
            <a:rPr lang="en-US" dirty="0">
              <a:solidFill>
                <a:schemeClr val="accent5">
                  <a:lumMod val="60000"/>
                  <a:lumOff val="40000"/>
                </a:schemeClr>
              </a:solidFill>
            </a:rPr>
            <a:t>Mutex</a:t>
          </a:r>
        </a:p>
      </dgm:t>
    </dgm:pt>
    <dgm:pt modelId="{028482A3-FB79-CC4D-9CFA-33EE78C66329}" type="parTrans" cxnId="{C0775D0A-6EE8-B941-8EBC-D4F3332EB7BD}">
      <dgm:prSet/>
      <dgm:spPr/>
      <dgm:t>
        <a:bodyPr/>
        <a:lstStyle/>
        <a:p>
          <a:endParaRPr lang="en-US"/>
        </a:p>
      </dgm:t>
    </dgm:pt>
    <dgm:pt modelId="{31D28FBF-C7A7-2B4B-9C52-E5C378E77C26}" type="sibTrans" cxnId="{C0775D0A-6EE8-B941-8EBC-D4F3332EB7BD}">
      <dgm:prSet/>
      <dgm:spPr/>
      <dgm:t>
        <a:bodyPr/>
        <a:lstStyle/>
        <a:p>
          <a:endParaRPr lang="en-US"/>
        </a:p>
      </dgm:t>
    </dgm:pt>
    <dgm:pt modelId="{2A2988E0-CD41-484B-B133-1C07B88F2257}">
      <dgm:prSet phldrT="[Text]"/>
      <dgm:spPr/>
      <dgm:t>
        <a:bodyPr/>
        <a:lstStyle/>
        <a:p>
          <a:r>
            <a:rPr lang="en-US" dirty="0"/>
            <a:t>Mutual exclusion: one thread at a time enters a protected section.</a:t>
          </a:r>
        </a:p>
      </dgm:t>
    </dgm:pt>
    <dgm:pt modelId="{7A476C22-7DD6-6F4D-A87B-CCDAE2C570C1}" type="parTrans" cxnId="{35240C0C-2639-F041-AFB8-C14600D735CC}">
      <dgm:prSet/>
      <dgm:spPr/>
      <dgm:t>
        <a:bodyPr/>
        <a:lstStyle/>
        <a:p>
          <a:endParaRPr lang="en-US"/>
        </a:p>
      </dgm:t>
    </dgm:pt>
    <dgm:pt modelId="{391A7FCC-0C22-9143-B72E-A20A05EABF1D}" type="sibTrans" cxnId="{35240C0C-2639-F041-AFB8-C14600D735CC}">
      <dgm:prSet/>
      <dgm:spPr/>
      <dgm:t>
        <a:bodyPr/>
        <a:lstStyle/>
        <a:p>
          <a:endParaRPr lang="en-US"/>
        </a:p>
      </dgm:t>
    </dgm:pt>
    <dgm:pt modelId="{9E9AFA7C-1F3E-CD42-956E-57BC4FE4037B}">
      <dgm:prSet phldrT="[Text]"/>
      <dgm:spPr/>
      <dgm:t>
        <a:bodyPr/>
        <a:lstStyle/>
        <a:p>
          <a:r>
            <a:rPr lang="en-US" dirty="0">
              <a:solidFill>
                <a:schemeClr val="accent2"/>
              </a:solidFill>
            </a:rPr>
            <a:t>Semaphore</a:t>
          </a:r>
        </a:p>
      </dgm:t>
    </dgm:pt>
    <dgm:pt modelId="{DBB8F729-05DA-A241-8CD8-32FD1B6DECBE}" type="parTrans" cxnId="{120C8A10-B4AB-3F4A-A61F-919E9E33DD9A}">
      <dgm:prSet/>
      <dgm:spPr/>
      <dgm:t>
        <a:bodyPr/>
        <a:lstStyle/>
        <a:p>
          <a:endParaRPr lang="en-US"/>
        </a:p>
      </dgm:t>
    </dgm:pt>
    <dgm:pt modelId="{06BEE4AE-597D-8547-99A8-628230F866B3}" type="sibTrans" cxnId="{120C8A10-B4AB-3F4A-A61F-919E9E33DD9A}">
      <dgm:prSet/>
      <dgm:spPr/>
      <dgm:t>
        <a:bodyPr/>
        <a:lstStyle/>
        <a:p>
          <a:endParaRPr lang="en-US"/>
        </a:p>
      </dgm:t>
    </dgm:pt>
    <dgm:pt modelId="{D642562B-1EA7-B545-B6FA-A931F6D84A32}">
      <dgm:prSet phldrT="[Text]"/>
      <dgm:spPr/>
      <dgm:t>
        <a:bodyPr/>
        <a:lstStyle/>
        <a:p>
          <a:r>
            <a:rPr lang="en-US" dirty="0"/>
            <a:t>A counter used to control access to a limited number of resources.</a:t>
          </a:r>
        </a:p>
      </dgm:t>
    </dgm:pt>
    <dgm:pt modelId="{9124200F-A7D1-4F47-BA1B-52583C95D27B}" type="parTrans" cxnId="{1CA3C2C7-E408-6245-AE5E-96A7D99F707B}">
      <dgm:prSet/>
      <dgm:spPr/>
      <dgm:t>
        <a:bodyPr/>
        <a:lstStyle/>
        <a:p>
          <a:endParaRPr lang="en-US"/>
        </a:p>
      </dgm:t>
    </dgm:pt>
    <dgm:pt modelId="{1207A0D5-CC79-5540-9CA0-D3BF3960875A}" type="sibTrans" cxnId="{1CA3C2C7-E408-6245-AE5E-96A7D99F707B}">
      <dgm:prSet/>
      <dgm:spPr/>
      <dgm:t>
        <a:bodyPr/>
        <a:lstStyle/>
        <a:p>
          <a:endParaRPr lang="en-US"/>
        </a:p>
      </dgm:t>
    </dgm:pt>
    <dgm:pt modelId="{08300518-41E1-EA44-A793-BC803DCAFD78}">
      <dgm:prSet phldrT="[Text]"/>
      <dgm:spPr/>
      <dgm:t>
        <a:bodyPr/>
        <a:lstStyle/>
        <a:p>
          <a:r>
            <a:rPr lang="en-US" dirty="0">
              <a:solidFill>
                <a:schemeClr val="accent6">
                  <a:lumMod val="40000"/>
                  <a:lumOff val="60000"/>
                </a:schemeClr>
              </a:solidFill>
            </a:rPr>
            <a:t>Condition variable</a:t>
          </a:r>
        </a:p>
      </dgm:t>
    </dgm:pt>
    <dgm:pt modelId="{C5018230-8C13-B240-8EED-670F5DFEF153}" type="parTrans" cxnId="{33B70863-9F16-5844-B622-BA539F3C1F18}">
      <dgm:prSet/>
      <dgm:spPr/>
      <dgm:t>
        <a:bodyPr/>
        <a:lstStyle/>
        <a:p>
          <a:endParaRPr lang="en-US"/>
        </a:p>
      </dgm:t>
    </dgm:pt>
    <dgm:pt modelId="{8476F7F8-E38D-EE40-8E30-3B35E81EEEF6}" type="sibTrans" cxnId="{33B70863-9F16-5844-B622-BA539F3C1F18}">
      <dgm:prSet/>
      <dgm:spPr/>
      <dgm:t>
        <a:bodyPr/>
        <a:lstStyle/>
        <a:p>
          <a:endParaRPr lang="en-US"/>
        </a:p>
      </dgm:t>
    </dgm:pt>
    <dgm:pt modelId="{FE9724D2-A0B2-5348-8AB2-B599167B4A57}">
      <dgm:prSet phldrT="[Text]"/>
      <dgm:spPr/>
      <dgm:t>
        <a:bodyPr/>
        <a:lstStyle/>
        <a:p>
          <a:r>
            <a:rPr lang="en-US" dirty="0"/>
            <a:t>Lets a thread wait until a required condition becomes true; used together with a mutex.</a:t>
          </a:r>
        </a:p>
      </dgm:t>
    </dgm:pt>
    <dgm:pt modelId="{577BD98C-2746-5143-B2B0-EC231477F094}" type="parTrans" cxnId="{0BA135F6-C8F4-CF48-B806-59D8119AC146}">
      <dgm:prSet/>
      <dgm:spPr/>
      <dgm:t>
        <a:bodyPr/>
        <a:lstStyle/>
        <a:p>
          <a:endParaRPr lang="en-US"/>
        </a:p>
      </dgm:t>
    </dgm:pt>
    <dgm:pt modelId="{1BFD33CF-02AA-8F4F-A890-7A2DC5515EF7}" type="sibTrans" cxnId="{0BA135F6-C8F4-CF48-B806-59D8119AC146}">
      <dgm:prSet/>
      <dgm:spPr/>
      <dgm:t>
        <a:bodyPr/>
        <a:lstStyle/>
        <a:p>
          <a:endParaRPr lang="en-US"/>
        </a:p>
      </dgm:t>
    </dgm:pt>
    <dgm:pt modelId="{EC5F0720-A6CD-0445-BCEB-1E17F64FEBDE}" type="pres">
      <dgm:prSet presAssocID="{2489A5E9-2215-A74E-A22D-9FFD0C61ADAA}" presName="Name0" presStyleCnt="0">
        <dgm:presLayoutVars>
          <dgm:dir/>
          <dgm:animLvl val="lvl"/>
          <dgm:resizeHandles val="exact"/>
        </dgm:presLayoutVars>
      </dgm:prSet>
      <dgm:spPr/>
    </dgm:pt>
    <dgm:pt modelId="{E6B43282-A876-774D-9F3E-941B716A1428}" type="pres">
      <dgm:prSet presAssocID="{BB396DEC-2EFB-4246-921C-5AD1E69A7BEB}" presName="composite" presStyleCnt="0"/>
      <dgm:spPr/>
    </dgm:pt>
    <dgm:pt modelId="{D1C0CD58-2B13-6D4F-B49D-350722217D0B}" type="pres">
      <dgm:prSet presAssocID="{BB396DEC-2EFB-4246-921C-5AD1E69A7BE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8238C5F-A972-1E49-84D2-EE63817300C8}" type="pres">
      <dgm:prSet presAssocID="{BB396DEC-2EFB-4246-921C-5AD1E69A7BEB}" presName="desTx" presStyleLbl="alignAccFollowNode1" presStyleIdx="0" presStyleCnt="3">
        <dgm:presLayoutVars>
          <dgm:bulletEnabled val="1"/>
        </dgm:presLayoutVars>
      </dgm:prSet>
      <dgm:spPr/>
    </dgm:pt>
    <dgm:pt modelId="{27AAE815-E1D3-CF43-8610-7E0638AA9AAC}" type="pres">
      <dgm:prSet presAssocID="{31D28FBF-C7A7-2B4B-9C52-E5C378E77C26}" presName="space" presStyleCnt="0"/>
      <dgm:spPr/>
    </dgm:pt>
    <dgm:pt modelId="{83AD3562-E5A3-D948-8D63-4D1C07B72615}" type="pres">
      <dgm:prSet presAssocID="{9E9AFA7C-1F3E-CD42-956E-57BC4FE4037B}" presName="composite" presStyleCnt="0"/>
      <dgm:spPr/>
    </dgm:pt>
    <dgm:pt modelId="{6A333F6F-9876-CD4F-9D39-BF7CCDF1ECFB}" type="pres">
      <dgm:prSet presAssocID="{9E9AFA7C-1F3E-CD42-956E-57BC4FE4037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E6BCC6C-359B-F746-9637-336C831736EC}" type="pres">
      <dgm:prSet presAssocID="{9E9AFA7C-1F3E-CD42-956E-57BC4FE4037B}" presName="desTx" presStyleLbl="alignAccFollowNode1" presStyleIdx="1" presStyleCnt="3">
        <dgm:presLayoutVars>
          <dgm:bulletEnabled val="1"/>
        </dgm:presLayoutVars>
      </dgm:prSet>
      <dgm:spPr/>
    </dgm:pt>
    <dgm:pt modelId="{6853AAC0-C689-CE45-A9F9-9BCD7A154280}" type="pres">
      <dgm:prSet presAssocID="{06BEE4AE-597D-8547-99A8-628230F866B3}" presName="space" presStyleCnt="0"/>
      <dgm:spPr/>
    </dgm:pt>
    <dgm:pt modelId="{AA4D4262-0BEE-E341-80B8-7C3AA024560B}" type="pres">
      <dgm:prSet presAssocID="{08300518-41E1-EA44-A793-BC803DCAFD78}" presName="composite" presStyleCnt="0"/>
      <dgm:spPr/>
    </dgm:pt>
    <dgm:pt modelId="{886C42FD-1C8F-FE47-8279-D36FACB1071D}" type="pres">
      <dgm:prSet presAssocID="{08300518-41E1-EA44-A793-BC803DCAFD78}" presName="parTx" presStyleLbl="alignNode1" presStyleIdx="2" presStyleCnt="3" custLinFactNeighborX="103" custLinFactNeighborY="2028">
        <dgm:presLayoutVars>
          <dgm:chMax val="0"/>
          <dgm:chPref val="0"/>
          <dgm:bulletEnabled val="1"/>
        </dgm:presLayoutVars>
      </dgm:prSet>
      <dgm:spPr/>
    </dgm:pt>
    <dgm:pt modelId="{5BE4FA96-C6B3-A444-BAE6-DE9166163200}" type="pres">
      <dgm:prSet presAssocID="{08300518-41E1-EA44-A793-BC803DCAFD7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0775D0A-6EE8-B941-8EBC-D4F3332EB7BD}" srcId="{2489A5E9-2215-A74E-A22D-9FFD0C61ADAA}" destId="{BB396DEC-2EFB-4246-921C-5AD1E69A7BEB}" srcOrd="0" destOrd="0" parTransId="{028482A3-FB79-CC4D-9CFA-33EE78C66329}" sibTransId="{31D28FBF-C7A7-2B4B-9C52-E5C378E77C26}"/>
    <dgm:cxn modelId="{35240C0C-2639-F041-AFB8-C14600D735CC}" srcId="{BB396DEC-2EFB-4246-921C-5AD1E69A7BEB}" destId="{2A2988E0-CD41-484B-B133-1C07B88F2257}" srcOrd="0" destOrd="0" parTransId="{7A476C22-7DD6-6F4D-A87B-CCDAE2C570C1}" sibTransId="{391A7FCC-0C22-9143-B72E-A20A05EABF1D}"/>
    <dgm:cxn modelId="{6FA75F0E-5660-BF4B-9781-DC02E300D1CA}" type="presOf" srcId="{9E9AFA7C-1F3E-CD42-956E-57BC4FE4037B}" destId="{6A333F6F-9876-CD4F-9D39-BF7CCDF1ECFB}" srcOrd="0" destOrd="0" presId="urn:microsoft.com/office/officeart/2005/8/layout/hList1"/>
    <dgm:cxn modelId="{120C8A10-B4AB-3F4A-A61F-919E9E33DD9A}" srcId="{2489A5E9-2215-A74E-A22D-9FFD0C61ADAA}" destId="{9E9AFA7C-1F3E-CD42-956E-57BC4FE4037B}" srcOrd="1" destOrd="0" parTransId="{DBB8F729-05DA-A241-8CD8-32FD1B6DECBE}" sibTransId="{06BEE4AE-597D-8547-99A8-628230F866B3}"/>
    <dgm:cxn modelId="{C52ED51B-8108-7942-AE32-C593301D2F88}" type="presOf" srcId="{FE9724D2-A0B2-5348-8AB2-B599167B4A57}" destId="{5BE4FA96-C6B3-A444-BAE6-DE9166163200}" srcOrd="0" destOrd="0" presId="urn:microsoft.com/office/officeart/2005/8/layout/hList1"/>
    <dgm:cxn modelId="{33B70863-9F16-5844-B622-BA539F3C1F18}" srcId="{2489A5E9-2215-A74E-A22D-9FFD0C61ADAA}" destId="{08300518-41E1-EA44-A793-BC803DCAFD78}" srcOrd="2" destOrd="0" parTransId="{C5018230-8C13-B240-8EED-670F5DFEF153}" sibTransId="{8476F7F8-E38D-EE40-8E30-3B35E81EEEF6}"/>
    <dgm:cxn modelId="{8DE13792-2FD8-CE4D-8027-EA7F0B303C98}" type="presOf" srcId="{08300518-41E1-EA44-A793-BC803DCAFD78}" destId="{886C42FD-1C8F-FE47-8279-D36FACB1071D}" srcOrd="0" destOrd="0" presId="urn:microsoft.com/office/officeart/2005/8/layout/hList1"/>
    <dgm:cxn modelId="{2FFE3FB7-9F08-4041-9387-59245ED6D8B8}" type="presOf" srcId="{D642562B-1EA7-B545-B6FA-A931F6D84A32}" destId="{3E6BCC6C-359B-F746-9637-336C831736EC}" srcOrd="0" destOrd="0" presId="urn:microsoft.com/office/officeart/2005/8/layout/hList1"/>
    <dgm:cxn modelId="{1CA3C2C7-E408-6245-AE5E-96A7D99F707B}" srcId="{9E9AFA7C-1F3E-CD42-956E-57BC4FE4037B}" destId="{D642562B-1EA7-B545-B6FA-A931F6D84A32}" srcOrd="0" destOrd="0" parTransId="{9124200F-A7D1-4F47-BA1B-52583C95D27B}" sibTransId="{1207A0D5-CC79-5540-9CA0-D3BF3960875A}"/>
    <dgm:cxn modelId="{8C2498CC-D6DE-544D-9D3E-BC763C34E45B}" type="presOf" srcId="{2A2988E0-CD41-484B-B133-1C07B88F2257}" destId="{78238C5F-A972-1E49-84D2-EE63817300C8}" srcOrd="0" destOrd="0" presId="urn:microsoft.com/office/officeart/2005/8/layout/hList1"/>
    <dgm:cxn modelId="{D10DDCDA-1571-8C47-B706-5AE91DC7EBB9}" type="presOf" srcId="{2489A5E9-2215-A74E-A22D-9FFD0C61ADAA}" destId="{EC5F0720-A6CD-0445-BCEB-1E17F64FEBDE}" srcOrd="0" destOrd="0" presId="urn:microsoft.com/office/officeart/2005/8/layout/hList1"/>
    <dgm:cxn modelId="{FD0AEBEE-711A-204B-B3E0-13702E400058}" type="presOf" srcId="{BB396DEC-2EFB-4246-921C-5AD1E69A7BEB}" destId="{D1C0CD58-2B13-6D4F-B49D-350722217D0B}" srcOrd="0" destOrd="0" presId="urn:microsoft.com/office/officeart/2005/8/layout/hList1"/>
    <dgm:cxn modelId="{0BA135F6-C8F4-CF48-B806-59D8119AC146}" srcId="{08300518-41E1-EA44-A793-BC803DCAFD78}" destId="{FE9724D2-A0B2-5348-8AB2-B599167B4A57}" srcOrd="0" destOrd="0" parTransId="{577BD98C-2746-5143-B2B0-EC231477F094}" sibTransId="{1BFD33CF-02AA-8F4F-A890-7A2DC5515EF7}"/>
    <dgm:cxn modelId="{EB4E1848-A163-394C-92B4-C38662A0B8D1}" type="presParOf" srcId="{EC5F0720-A6CD-0445-BCEB-1E17F64FEBDE}" destId="{E6B43282-A876-774D-9F3E-941B716A1428}" srcOrd="0" destOrd="0" presId="urn:microsoft.com/office/officeart/2005/8/layout/hList1"/>
    <dgm:cxn modelId="{A337AB85-4C48-0440-997C-527C2EF0B0E2}" type="presParOf" srcId="{E6B43282-A876-774D-9F3E-941B716A1428}" destId="{D1C0CD58-2B13-6D4F-B49D-350722217D0B}" srcOrd="0" destOrd="0" presId="urn:microsoft.com/office/officeart/2005/8/layout/hList1"/>
    <dgm:cxn modelId="{B90E8C67-AE19-7C4D-B843-B6C905C0765C}" type="presParOf" srcId="{E6B43282-A876-774D-9F3E-941B716A1428}" destId="{78238C5F-A972-1E49-84D2-EE63817300C8}" srcOrd="1" destOrd="0" presId="urn:microsoft.com/office/officeart/2005/8/layout/hList1"/>
    <dgm:cxn modelId="{F98C4766-689F-9540-B82D-FDC885AAD243}" type="presParOf" srcId="{EC5F0720-A6CD-0445-BCEB-1E17F64FEBDE}" destId="{27AAE815-E1D3-CF43-8610-7E0638AA9AAC}" srcOrd="1" destOrd="0" presId="urn:microsoft.com/office/officeart/2005/8/layout/hList1"/>
    <dgm:cxn modelId="{EAC02792-E8D0-A642-AAD0-E623CA1007B7}" type="presParOf" srcId="{EC5F0720-A6CD-0445-BCEB-1E17F64FEBDE}" destId="{83AD3562-E5A3-D948-8D63-4D1C07B72615}" srcOrd="2" destOrd="0" presId="urn:microsoft.com/office/officeart/2005/8/layout/hList1"/>
    <dgm:cxn modelId="{6BE64F40-4784-3E4C-82A2-0A996C0A469D}" type="presParOf" srcId="{83AD3562-E5A3-D948-8D63-4D1C07B72615}" destId="{6A333F6F-9876-CD4F-9D39-BF7CCDF1ECFB}" srcOrd="0" destOrd="0" presId="urn:microsoft.com/office/officeart/2005/8/layout/hList1"/>
    <dgm:cxn modelId="{4446BF4A-8249-7E45-B00F-B6A7D105A6E2}" type="presParOf" srcId="{83AD3562-E5A3-D948-8D63-4D1C07B72615}" destId="{3E6BCC6C-359B-F746-9637-336C831736EC}" srcOrd="1" destOrd="0" presId="urn:microsoft.com/office/officeart/2005/8/layout/hList1"/>
    <dgm:cxn modelId="{7FBB3820-5395-2544-906F-D335E517DF91}" type="presParOf" srcId="{EC5F0720-A6CD-0445-BCEB-1E17F64FEBDE}" destId="{6853AAC0-C689-CE45-A9F9-9BCD7A154280}" srcOrd="3" destOrd="0" presId="urn:microsoft.com/office/officeart/2005/8/layout/hList1"/>
    <dgm:cxn modelId="{CE51C7B6-7986-714F-A374-15EE4016CEF1}" type="presParOf" srcId="{EC5F0720-A6CD-0445-BCEB-1E17F64FEBDE}" destId="{AA4D4262-0BEE-E341-80B8-7C3AA024560B}" srcOrd="4" destOrd="0" presId="urn:microsoft.com/office/officeart/2005/8/layout/hList1"/>
    <dgm:cxn modelId="{B330F31E-0189-3A42-A577-59840C11929F}" type="presParOf" srcId="{AA4D4262-0BEE-E341-80B8-7C3AA024560B}" destId="{886C42FD-1C8F-FE47-8279-D36FACB1071D}" srcOrd="0" destOrd="0" presId="urn:microsoft.com/office/officeart/2005/8/layout/hList1"/>
    <dgm:cxn modelId="{D727599B-52EA-CD4B-ABE3-2048EFA7B646}" type="presParOf" srcId="{AA4D4262-0BEE-E341-80B8-7C3AA024560B}" destId="{5BE4FA96-C6B3-A444-BAE6-DE916616320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9A435BB-966E-A84D-BAE4-59CED97F9A99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79C20C98-5262-8041-920B-F21DD6AF4807}">
      <dgm:prSet phldrT="[Text]"/>
      <dgm:spPr/>
      <dgm:t>
        <a:bodyPr/>
        <a:lstStyle/>
        <a:p>
          <a:r>
            <a:rPr lang="en-US" dirty="0">
              <a:solidFill>
                <a:schemeClr val="accent6">
                  <a:lumMod val="40000"/>
                  <a:lumOff val="60000"/>
                </a:schemeClr>
              </a:solidFill>
            </a:rPr>
            <a:t>Thread</a:t>
          </a:r>
        </a:p>
      </dgm:t>
    </dgm:pt>
    <dgm:pt modelId="{E5191588-4156-D44D-8944-006EDD24BFC8}" type="parTrans" cxnId="{BB70E9F9-042B-AF45-928C-517728289653}">
      <dgm:prSet/>
      <dgm:spPr/>
      <dgm:t>
        <a:bodyPr/>
        <a:lstStyle/>
        <a:p>
          <a:endParaRPr lang="en-US"/>
        </a:p>
      </dgm:t>
    </dgm:pt>
    <dgm:pt modelId="{F69E81A2-3634-3644-94CC-8FC5517A1965}" type="sibTrans" cxnId="{BB70E9F9-042B-AF45-928C-517728289653}">
      <dgm:prSet/>
      <dgm:spPr/>
      <dgm:t>
        <a:bodyPr/>
        <a:lstStyle/>
        <a:p>
          <a:endParaRPr lang="en-US"/>
        </a:p>
      </dgm:t>
    </dgm:pt>
    <dgm:pt modelId="{FE31AB6E-CE8C-AF49-B971-04875F89370D}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Lock</a:t>
          </a:r>
        </a:p>
      </dgm:t>
    </dgm:pt>
    <dgm:pt modelId="{4EFFE562-5F03-8448-ACA5-54B210E1B2E2}" type="parTrans" cxnId="{B2DFB632-8A80-DC45-A4C9-36EF7A635A45}">
      <dgm:prSet/>
      <dgm:spPr/>
      <dgm:t>
        <a:bodyPr/>
        <a:lstStyle/>
        <a:p>
          <a:endParaRPr lang="en-US"/>
        </a:p>
      </dgm:t>
    </dgm:pt>
    <dgm:pt modelId="{F012DBC6-7722-A442-BADB-AF09AD345115}" type="sibTrans" cxnId="{B2DFB632-8A80-DC45-A4C9-36EF7A635A45}">
      <dgm:prSet/>
      <dgm:spPr/>
      <dgm:t>
        <a:bodyPr/>
        <a:lstStyle/>
        <a:p>
          <a:endParaRPr lang="en-US"/>
        </a:p>
      </dgm:t>
    </dgm:pt>
    <dgm:pt modelId="{1ABF27AA-69A2-A64F-880F-0708CF7190A3}">
      <dgm:prSet phldrT="[Text]"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Shared data</a:t>
          </a:r>
        </a:p>
      </dgm:t>
    </dgm:pt>
    <dgm:pt modelId="{6690FE80-1EFE-864C-9BEA-E8ECCEEF7910}" type="parTrans" cxnId="{09D4881F-EBFA-1C40-B521-5426E23A135F}">
      <dgm:prSet/>
      <dgm:spPr/>
      <dgm:t>
        <a:bodyPr/>
        <a:lstStyle/>
        <a:p>
          <a:endParaRPr lang="en-US"/>
        </a:p>
      </dgm:t>
    </dgm:pt>
    <dgm:pt modelId="{B6BE4D65-B91E-174A-9BEF-E9052E5C128B}" type="sibTrans" cxnId="{09D4881F-EBFA-1C40-B521-5426E23A135F}">
      <dgm:prSet/>
      <dgm:spPr/>
      <dgm:t>
        <a:bodyPr/>
        <a:lstStyle/>
        <a:p>
          <a:endParaRPr lang="en-US"/>
        </a:p>
      </dgm:t>
    </dgm:pt>
    <dgm:pt modelId="{848C499A-F8C1-2145-B4EE-2C17D4C20DD6}">
      <dgm:prSet phldrT="[Text]"/>
      <dgm:spPr/>
      <dgm:t>
        <a:bodyPr/>
        <a:lstStyle/>
        <a:p>
          <a:r>
            <a:rPr lang="en-US" dirty="0">
              <a:solidFill>
                <a:schemeClr val="accent2">
                  <a:lumMod val="60000"/>
                  <a:lumOff val="40000"/>
                </a:schemeClr>
              </a:solidFill>
            </a:rPr>
            <a:t>Unlock </a:t>
          </a:r>
        </a:p>
      </dgm:t>
    </dgm:pt>
    <dgm:pt modelId="{DE95DC40-2B8D-CC43-AC64-911C8C102452}" type="parTrans" cxnId="{AFB0AD76-7F1E-F84B-819C-E7D4720E5FCD}">
      <dgm:prSet/>
      <dgm:spPr/>
      <dgm:t>
        <a:bodyPr/>
        <a:lstStyle/>
        <a:p>
          <a:endParaRPr lang="en-US"/>
        </a:p>
      </dgm:t>
    </dgm:pt>
    <dgm:pt modelId="{10B336D2-1325-9344-98EF-0C3250E4347E}" type="sibTrans" cxnId="{AFB0AD76-7F1E-F84B-819C-E7D4720E5FCD}">
      <dgm:prSet/>
      <dgm:spPr/>
      <dgm:t>
        <a:bodyPr/>
        <a:lstStyle/>
        <a:p>
          <a:endParaRPr lang="en-US"/>
        </a:p>
      </dgm:t>
    </dgm:pt>
    <dgm:pt modelId="{BF8975F6-D39A-AA4E-8A78-0F3682ABC91B}">
      <dgm:prSet phldrT="[Text]"/>
      <dgm:spPr/>
      <dgm:t>
        <a:bodyPr/>
        <a:lstStyle/>
        <a:p>
          <a:r>
            <a:rPr lang="en-US" dirty="0">
              <a:solidFill>
                <a:schemeClr val="accent5">
                  <a:lumMod val="75000"/>
                </a:schemeClr>
              </a:solidFill>
            </a:rPr>
            <a:t>Continue</a:t>
          </a:r>
          <a:r>
            <a:rPr lang="en-US" dirty="0"/>
            <a:t> </a:t>
          </a:r>
        </a:p>
      </dgm:t>
    </dgm:pt>
    <dgm:pt modelId="{18EC347C-986D-DD4E-B9B4-9BA1E22BE76C}" type="parTrans" cxnId="{4BD4E024-E84C-8A4D-8CCC-7941F38ACD8C}">
      <dgm:prSet/>
      <dgm:spPr/>
      <dgm:t>
        <a:bodyPr/>
        <a:lstStyle/>
        <a:p>
          <a:endParaRPr lang="en-US"/>
        </a:p>
      </dgm:t>
    </dgm:pt>
    <dgm:pt modelId="{AAEC0EC8-DF02-574E-9884-130B9BCEB70B}" type="sibTrans" cxnId="{4BD4E024-E84C-8A4D-8CCC-7941F38ACD8C}">
      <dgm:prSet/>
      <dgm:spPr/>
      <dgm:t>
        <a:bodyPr/>
        <a:lstStyle/>
        <a:p>
          <a:endParaRPr lang="en-US"/>
        </a:p>
      </dgm:t>
    </dgm:pt>
    <dgm:pt modelId="{85370062-7C86-BC49-BEF4-160BDD2B8A14}" type="pres">
      <dgm:prSet presAssocID="{59A435BB-966E-A84D-BAE4-59CED97F9A99}" presName="Name0" presStyleCnt="0">
        <dgm:presLayoutVars>
          <dgm:dir/>
          <dgm:resizeHandles val="exact"/>
        </dgm:presLayoutVars>
      </dgm:prSet>
      <dgm:spPr/>
    </dgm:pt>
    <dgm:pt modelId="{2699D0B5-E83F-0740-9DAF-1E9522D2B5B4}" type="pres">
      <dgm:prSet presAssocID="{79C20C98-5262-8041-920B-F21DD6AF4807}" presName="node" presStyleLbl="node1" presStyleIdx="0" presStyleCnt="5">
        <dgm:presLayoutVars>
          <dgm:bulletEnabled val="1"/>
        </dgm:presLayoutVars>
      </dgm:prSet>
      <dgm:spPr/>
    </dgm:pt>
    <dgm:pt modelId="{0BA0596E-4FA5-F94A-83E6-D47564AAC08E}" type="pres">
      <dgm:prSet presAssocID="{F69E81A2-3634-3644-94CC-8FC5517A1965}" presName="sibTrans" presStyleLbl="sibTrans2D1" presStyleIdx="0" presStyleCnt="4"/>
      <dgm:spPr/>
    </dgm:pt>
    <dgm:pt modelId="{C297F4C7-D40D-FE4A-A108-D5F9640CA899}" type="pres">
      <dgm:prSet presAssocID="{F69E81A2-3634-3644-94CC-8FC5517A1965}" presName="connectorText" presStyleLbl="sibTrans2D1" presStyleIdx="0" presStyleCnt="4"/>
      <dgm:spPr/>
    </dgm:pt>
    <dgm:pt modelId="{F84DAB48-3735-C44E-963B-EECBEC135DE2}" type="pres">
      <dgm:prSet presAssocID="{FE31AB6E-CE8C-AF49-B971-04875F89370D}" presName="node" presStyleLbl="node1" presStyleIdx="1" presStyleCnt="5">
        <dgm:presLayoutVars>
          <dgm:bulletEnabled val="1"/>
        </dgm:presLayoutVars>
      </dgm:prSet>
      <dgm:spPr/>
    </dgm:pt>
    <dgm:pt modelId="{9455C61E-F7BA-3645-8E60-95AC7DB30955}" type="pres">
      <dgm:prSet presAssocID="{F012DBC6-7722-A442-BADB-AF09AD345115}" presName="sibTrans" presStyleLbl="sibTrans2D1" presStyleIdx="1" presStyleCnt="4"/>
      <dgm:spPr/>
    </dgm:pt>
    <dgm:pt modelId="{239C4D94-D9FA-D84D-BD88-0651A96FBC36}" type="pres">
      <dgm:prSet presAssocID="{F012DBC6-7722-A442-BADB-AF09AD345115}" presName="connectorText" presStyleLbl="sibTrans2D1" presStyleIdx="1" presStyleCnt="4"/>
      <dgm:spPr/>
    </dgm:pt>
    <dgm:pt modelId="{205AE520-F779-5E4A-A3D6-BAE099F7E606}" type="pres">
      <dgm:prSet presAssocID="{1ABF27AA-69A2-A64F-880F-0708CF7190A3}" presName="node" presStyleLbl="node1" presStyleIdx="2" presStyleCnt="5">
        <dgm:presLayoutVars>
          <dgm:bulletEnabled val="1"/>
        </dgm:presLayoutVars>
      </dgm:prSet>
      <dgm:spPr/>
    </dgm:pt>
    <dgm:pt modelId="{AD6D24B5-1E01-E241-9BE1-0A5B405B6AD7}" type="pres">
      <dgm:prSet presAssocID="{B6BE4D65-B91E-174A-9BEF-E9052E5C128B}" presName="sibTrans" presStyleLbl="sibTrans2D1" presStyleIdx="2" presStyleCnt="4"/>
      <dgm:spPr/>
    </dgm:pt>
    <dgm:pt modelId="{B3E28FC8-F570-1E4B-AE2E-FF43B88022B2}" type="pres">
      <dgm:prSet presAssocID="{B6BE4D65-B91E-174A-9BEF-E9052E5C128B}" presName="connectorText" presStyleLbl="sibTrans2D1" presStyleIdx="2" presStyleCnt="4"/>
      <dgm:spPr/>
    </dgm:pt>
    <dgm:pt modelId="{D1438128-2771-564D-91F6-17DEAE41D2E5}" type="pres">
      <dgm:prSet presAssocID="{848C499A-F8C1-2145-B4EE-2C17D4C20DD6}" presName="node" presStyleLbl="node1" presStyleIdx="3" presStyleCnt="5">
        <dgm:presLayoutVars>
          <dgm:bulletEnabled val="1"/>
        </dgm:presLayoutVars>
      </dgm:prSet>
      <dgm:spPr/>
    </dgm:pt>
    <dgm:pt modelId="{5EBAC8CD-8D36-3842-9176-E0349E9868B6}" type="pres">
      <dgm:prSet presAssocID="{10B336D2-1325-9344-98EF-0C3250E4347E}" presName="sibTrans" presStyleLbl="sibTrans2D1" presStyleIdx="3" presStyleCnt="4"/>
      <dgm:spPr/>
    </dgm:pt>
    <dgm:pt modelId="{6192CCCA-5E74-C64F-BE44-EBBFA856D42A}" type="pres">
      <dgm:prSet presAssocID="{10B336D2-1325-9344-98EF-0C3250E4347E}" presName="connectorText" presStyleLbl="sibTrans2D1" presStyleIdx="3" presStyleCnt="4"/>
      <dgm:spPr/>
    </dgm:pt>
    <dgm:pt modelId="{5338414A-DADE-634A-AF42-342851848887}" type="pres">
      <dgm:prSet presAssocID="{BF8975F6-D39A-AA4E-8A78-0F3682ABC91B}" presName="node" presStyleLbl="node1" presStyleIdx="4" presStyleCnt="5">
        <dgm:presLayoutVars>
          <dgm:bulletEnabled val="1"/>
        </dgm:presLayoutVars>
      </dgm:prSet>
      <dgm:spPr/>
    </dgm:pt>
  </dgm:ptLst>
  <dgm:cxnLst>
    <dgm:cxn modelId="{A88E8B10-4DF8-B04C-A376-A62810FC821A}" type="presOf" srcId="{1ABF27AA-69A2-A64F-880F-0708CF7190A3}" destId="{205AE520-F779-5E4A-A3D6-BAE099F7E606}" srcOrd="0" destOrd="0" presId="urn:microsoft.com/office/officeart/2005/8/layout/process1"/>
    <dgm:cxn modelId="{3CBB6F12-3214-814D-8EAC-F2D48673F999}" type="presOf" srcId="{F012DBC6-7722-A442-BADB-AF09AD345115}" destId="{9455C61E-F7BA-3645-8E60-95AC7DB30955}" srcOrd="0" destOrd="0" presId="urn:microsoft.com/office/officeart/2005/8/layout/process1"/>
    <dgm:cxn modelId="{09D4881F-EBFA-1C40-B521-5426E23A135F}" srcId="{59A435BB-966E-A84D-BAE4-59CED97F9A99}" destId="{1ABF27AA-69A2-A64F-880F-0708CF7190A3}" srcOrd="2" destOrd="0" parTransId="{6690FE80-1EFE-864C-9BEA-E8ECCEEF7910}" sibTransId="{B6BE4D65-B91E-174A-9BEF-E9052E5C128B}"/>
    <dgm:cxn modelId="{4BD4E024-E84C-8A4D-8CCC-7941F38ACD8C}" srcId="{59A435BB-966E-A84D-BAE4-59CED97F9A99}" destId="{BF8975F6-D39A-AA4E-8A78-0F3682ABC91B}" srcOrd="4" destOrd="0" parTransId="{18EC347C-986D-DD4E-B9B4-9BA1E22BE76C}" sibTransId="{AAEC0EC8-DF02-574E-9884-130B9BCEB70B}"/>
    <dgm:cxn modelId="{8C6EC527-80D8-DA4E-A049-B88C9009D59F}" type="presOf" srcId="{59A435BB-966E-A84D-BAE4-59CED97F9A99}" destId="{85370062-7C86-BC49-BEF4-160BDD2B8A14}" srcOrd="0" destOrd="0" presId="urn:microsoft.com/office/officeart/2005/8/layout/process1"/>
    <dgm:cxn modelId="{95463628-C9EC-4642-A7EE-63B4CADEAFE7}" type="presOf" srcId="{10B336D2-1325-9344-98EF-0C3250E4347E}" destId="{5EBAC8CD-8D36-3842-9176-E0349E9868B6}" srcOrd="0" destOrd="0" presId="urn:microsoft.com/office/officeart/2005/8/layout/process1"/>
    <dgm:cxn modelId="{B2DFB632-8A80-DC45-A4C9-36EF7A635A45}" srcId="{59A435BB-966E-A84D-BAE4-59CED97F9A99}" destId="{FE31AB6E-CE8C-AF49-B971-04875F89370D}" srcOrd="1" destOrd="0" parTransId="{4EFFE562-5F03-8448-ACA5-54B210E1B2E2}" sibTransId="{F012DBC6-7722-A442-BADB-AF09AD345115}"/>
    <dgm:cxn modelId="{CDA15249-E95A-D446-BC7C-78D85E20B92D}" type="presOf" srcId="{B6BE4D65-B91E-174A-9BEF-E9052E5C128B}" destId="{B3E28FC8-F570-1E4B-AE2E-FF43B88022B2}" srcOrd="1" destOrd="0" presId="urn:microsoft.com/office/officeart/2005/8/layout/process1"/>
    <dgm:cxn modelId="{3AC7D562-CE02-8C4F-A136-3239251195D8}" type="presOf" srcId="{848C499A-F8C1-2145-B4EE-2C17D4C20DD6}" destId="{D1438128-2771-564D-91F6-17DEAE41D2E5}" srcOrd="0" destOrd="0" presId="urn:microsoft.com/office/officeart/2005/8/layout/process1"/>
    <dgm:cxn modelId="{AFB0AD76-7F1E-F84B-819C-E7D4720E5FCD}" srcId="{59A435BB-966E-A84D-BAE4-59CED97F9A99}" destId="{848C499A-F8C1-2145-B4EE-2C17D4C20DD6}" srcOrd="3" destOrd="0" parTransId="{DE95DC40-2B8D-CC43-AC64-911C8C102452}" sibTransId="{10B336D2-1325-9344-98EF-0C3250E4347E}"/>
    <dgm:cxn modelId="{696FD27B-A824-214D-941E-239C01810806}" type="presOf" srcId="{F69E81A2-3634-3644-94CC-8FC5517A1965}" destId="{C297F4C7-D40D-FE4A-A108-D5F9640CA899}" srcOrd="1" destOrd="0" presId="urn:microsoft.com/office/officeart/2005/8/layout/process1"/>
    <dgm:cxn modelId="{8ACA9B93-F168-F741-87B4-A3C2C4346184}" type="presOf" srcId="{F69E81A2-3634-3644-94CC-8FC5517A1965}" destId="{0BA0596E-4FA5-F94A-83E6-D47564AAC08E}" srcOrd="0" destOrd="0" presId="urn:microsoft.com/office/officeart/2005/8/layout/process1"/>
    <dgm:cxn modelId="{DE524DA0-4CC2-E142-AB71-E6ACF6D81837}" type="presOf" srcId="{79C20C98-5262-8041-920B-F21DD6AF4807}" destId="{2699D0B5-E83F-0740-9DAF-1E9522D2B5B4}" srcOrd="0" destOrd="0" presId="urn:microsoft.com/office/officeart/2005/8/layout/process1"/>
    <dgm:cxn modelId="{A14E82A2-6D8E-5540-AA90-8517EEEAE72C}" type="presOf" srcId="{BF8975F6-D39A-AA4E-8A78-0F3682ABC91B}" destId="{5338414A-DADE-634A-AF42-342851848887}" srcOrd="0" destOrd="0" presId="urn:microsoft.com/office/officeart/2005/8/layout/process1"/>
    <dgm:cxn modelId="{FE2953B4-E14C-4649-9A2A-151F7B3872E9}" type="presOf" srcId="{10B336D2-1325-9344-98EF-0C3250E4347E}" destId="{6192CCCA-5E74-C64F-BE44-EBBFA856D42A}" srcOrd="1" destOrd="0" presId="urn:microsoft.com/office/officeart/2005/8/layout/process1"/>
    <dgm:cxn modelId="{EED4F6DB-D988-8D4A-8BA0-1FC9A03FBDFA}" type="presOf" srcId="{FE31AB6E-CE8C-AF49-B971-04875F89370D}" destId="{F84DAB48-3735-C44E-963B-EECBEC135DE2}" srcOrd="0" destOrd="0" presId="urn:microsoft.com/office/officeart/2005/8/layout/process1"/>
    <dgm:cxn modelId="{4649F2E7-BF68-ED4F-8E01-6C87D249B268}" type="presOf" srcId="{B6BE4D65-B91E-174A-9BEF-E9052E5C128B}" destId="{AD6D24B5-1E01-E241-9BE1-0A5B405B6AD7}" srcOrd="0" destOrd="0" presId="urn:microsoft.com/office/officeart/2005/8/layout/process1"/>
    <dgm:cxn modelId="{C2931CF9-3EFA-3243-B6D5-F73F1429DFC2}" type="presOf" srcId="{F012DBC6-7722-A442-BADB-AF09AD345115}" destId="{239C4D94-D9FA-D84D-BD88-0651A96FBC36}" srcOrd="1" destOrd="0" presId="urn:microsoft.com/office/officeart/2005/8/layout/process1"/>
    <dgm:cxn modelId="{BB70E9F9-042B-AF45-928C-517728289653}" srcId="{59A435BB-966E-A84D-BAE4-59CED97F9A99}" destId="{79C20C98-5262-8041-920B-F21DD6AF4807}" srcOrd="0" destOrd="0" parTransId="{E5191588-4156-D44D-8944-006EDD24BFC8}" sibTransId="{F69E81A2-3634-3644-94CC-8FC5517A1965}"/>
    <dgm:cxn modelId="{EF2B6819-C047-9F4C-9BFD-5293E3CD557B}" type="presParOf" srcId="{85370062-7C86-BC49-BEF4-160BDD2B8A14}" destId="{2699D0B5-E83F-0740-9DAF-1E9522D2B5B4}" srcOrd="0" destOrd="0" presId="urn:microsoft.com/office/officeart/2005/8/layout/process1"/>
    <dgm:cxn modelId="{56B00995-FDF3-4746-80A5-FDB9D26B802E}" type="presParOf" srcId="{85370062-7C86-BC49-BEF4-160BDD2B8A14}" destId="{0BA0596E-4FA5-F94A-83E6-D47564AAC08E}" srcOrd="1" destOrd="0" presId="urn:microsoft.com/office/officeart/2005/8/layout/process1"/>
    <dgm:cxn modelId="{15767705-36CF-0545-B15D-C6A29DBA7EFA}" type="presParOf" srcId="{0BA0596E-4FA5-F94A-83E6-D47564AAC08E}" destId="{C297F4C7-D40D-FE4A-A108-D5F9640CA899}" srcOrd="0" destOrd="0" presId="urn:microsoft.com/office/officeart/2005/8/layout/process1"/>
    <dgm:cxn modelId="{AE6FD5C3-6D6D-954D-87D7-4EAB2E4FFC4C}" type="presParOf" srcId="{85370062-7C86-BC49-BEF4-160BDD2B8A14}" destId="{F84DAB48-3735-C44E-963B-EECBEC135DE2}" srcOrd="2" destOrd="0" presId="urn:microsoft.com/office/officeart/2005/8/layout/process1"/>
    <dgm:cxn modelId="{1805E8BB-7110-B246-8207-12503B57DF6B}" type="presParOf" srcId="{85370062-7C86-BC49-BEF4-160BDD2B8A14}" destId="{9455C61E-F7BA-3645-8E60-95AC7DB30955}" srcOrd="3" destOrd="0" presId="urn:microsoft.com/office/officeart/2005/8/layout/process1"/>
    <dgm:cxn modelId="{84A876D7-CFFD-BA4D-9BB3-6EAD709550D1}" type="presParOf" srcId="{9455C61E-F7BA-3645-8E60-95AC7DB30955}" destId="{239C4D94-D9FA-D84D-BD88-0651A96FBC36}" srcOrd="0" destOrd="0" presId="urn:microsoft.com/office/officeart/2005/8/layout/process1"/>
    <dgm:cxn modelId="{A93D9276-08F7-CB4B-82BC-2E9B393B1AC7}" type="presParOf" srcId="{85370062-7C86-BC49-BEF4-160BDD2B8A14}" destId="{205AE520-F779-5E4A-A3D6-BAE099F7E606}" srcOrd="4" destOrd="0" presId="urn:microsoft.com/office/officeart/2005/8/layout/process1"/>
    <dgm:cxn modelId="{EE223FF6-3030-1846-8D4E-C287A31FCDAF}" type="presParOf" srcId="{85370062-7C86-BC49-BEF4-160BDD2B8A14}" destId="{AD6D24B5-1E01-E241-9BE1-0A5B405B6AD7}" srcOrd="5" destOrd="0" presId="urn:microsoft.com/office/officeart/2005/8/layout/process1"/>
    <dgm:cxn modelId="{7AD2245C-DB1F-334A-AEF5-9E68F35101E4}" type="presParOf" srcId="{AD6D24B5-1E01-E241-9BE1-0A5B405B6AD7}" destId="{B3E28FC8-F570-1E4B-AE2E-FF43B88022B2}" srcOrd="0" destOrd="0" presId="urn:microsoft.com/office/officeart/2005/8/layout/process1"/>
    <dgm:cxn modelId="{A75DF6EA-D616-5F4D-8FA3-A998D1D4C936}" type="presParOf" srcId="{85370062-7C86-BC49-BEF4-160BDD2B8A14}" destId="{D1438128-2771-564D-91F6-17DEAE41D2E5}" srcOrd="6" destOrd="0" presId="urn:microsoft.com/office/officeart/2005/8/layout/process1"/>
    <dgm:cxn modelId="{48487402-8B4C-7F40-9BDE-EE3F4B587CB4}" type="presParOf" srcId="{85370062-7C86-BC49-BEF4-160BDD2B8A14}" destId="{5EBAC8CD-8D36-3842-9176-E0349E9868B6}" srcOrd="7" destOrd="0" presId="urn:microsoft.com/office/officeart/2005/8/layout/process1"/>
    <dgm:cxn modelId="{1A5FB473-261B-2C49-9AEE-AB115B36BEB1}" type="presParOf" srcId="{5EBAC8CD-8D36-3842-9176-E0349E9868B6}" destId="{6192CCCA-5E74-C64F-BE44-EBBFA856D42A}" srcOrd="0" destOrd="0" presId="urn:microsoft.com/office/officeart/2005/8/layout/process1"/>
    <dgm:cxn modelId="{D20E044D-C349-EC4A-B10D-F94C48DBCFCB}" type="presParOf" srcId="{85370062-7C86-BC49-BEF4-160BDD2B8A14}" destId="{5338414A-DADE-634A-AF42-34285184888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533AB3F-3CAD-7F47-BB45-179F3599BADC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FEC009-AB1D-B64D-8170-5DC0BE6CD919}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Consumer</a:t>
          </a:r>
        </a:p>
      </dgm:t>
    </dgm:pt>
    <dgm:pt modelId="{B330BF04-07B3-8C4E-8B76-62B80B563393}" type="parTrans" cxnId="{837F3DE2-CC83-C240-8C45-5A4D7D6600B1}">
      <dgm:prSet/>
      <dgm:spPr/>
      <dgm:t>
        <a:bodyPr/>
        <a:lstStyle/>
        <a:p>
          <a:endParaRPr lang="en-US"/>
        </a:p>
      </dgm:t>
    </dgm:pt>
    <dgm:pt modelId="{99DB7B01-3C3D-B942-B066-EFC9AF27C336}" type="sibTrans" cxnId="{837F3DE2-CC83-C240-8C45-5A4D7D6600B1}">
      <dgm:prSet/>
      <dgm:spPr/>
      <dgm:t>
        <a:bodyPr/>
        <a:lstStyle/>
        <a:p>
          <a:endParaRPr lang="en-US"/>
        </a:p>
      </dgm:t>
    </dgm:pt>
    <dgm:pt modelId="{B29D8C71-90A5-8540-BE34-0949860A46C0}">
      <dgm:prSet phldrT="[Text]"/>
      <dgm:spPr/>
      <dgm:t>
        <a:bodyPr/>
        <a:lstStyle/>
        <a:p>
          <a:r>
            <a:rPr lang="en-US" dirty="0"/>
            <a:t>Removes items from the buffer and uses them</a:t>
          </a:r>
        </a:p>
      </dgm:t>
    </dgm:pt>
    <dgm:pt modelId="{6F8DC1B0-A6D5-2A42-888A-49F4FDCD7835}" type="parTrans" cxnId="{22D083E1-CB61-1343-968B-3A299E86127A}">
      <dgm:prSet/>
      <dgm:spPr/>
      <dgm:t>
        <a:bodyPr/>
        <a:lstStyle/>
        <a:p>
          <a:endParaRPr lang="en-US"/>
        </a:p>
      </dgm:t>
    </dgm:pt>
    <dgm:pt modelId="{8169609C-65FE-8B47-B4AF-2A3FA1C2A2D7}" type="sibTrans" cxnId="{22D083E1-CB61-1343-968B-3A299E86127A}">
      <dgm:prSet/>
      <dgm:spPr/>
      <dgm:t>
        <a:bodyPr/>
        <a:lstStyle/>
        <a:p>
          <a:endParaRPr lang="en-US"/>
        </a:p>
      </dgm:t>
    </dgm:pt>
    <dgm:pt modelId="{6B817412-1098-A44E-B2EE-EDF3C2E258E8}">
      <dgm:prSet phldrT="[Text]"/>
      <dgm:spPr/>
      <dgm:t>
        <a:bodyPr/>
        <a:lstStyle/>
        <a:p>
          <a:r>
            <a:rPr lang="en-US" dirty="0">
              <a:solidFill>
                <a:srgbClr val="EA7EE8"/>
              </a:solidFill>
            </a:rPr>
            <a:t>Producer</a:t>
          </a:r>
        </a:p>
      </dgm:t>
    </dgm:pt>
    <dgm:pt modelId="{ACDB5AC2-2E3B-D94B-8127-150B68B3900B}" type="sibTrans" cxnId="{804C104C-62B2-B74D-986A-E9B070DF8ED9}">
      <dgm:prSet/>
      <dgm:spPr/>
      <dgm:t>
        <a:bodyPr/>
        <a:lstStyle/>
        <a:p>
          <a:endParaRPr lang="en-US"/>
        </a:p>
      </dgm:t>
    </dgm:pt>
    <dgm:pt modelId="{F19A4DE0-997D-3248-9F96-C978C007043E}" type="parTrans" cxnId="{804C104C-62B2-B74D-986A-E9B070DF8ED9}">
      <dgm:prSet/>
      <dgm:spPr/>
      <dgm:t>
        <a:bodyPr/>
        <a:lstStyle/>
        <a:p>
          <a:endParaRPr lang="en-US"/>
        </a:p>
      </dgm:t>
    </dgm:pt>
    <dgm:pt modelId="{3CF8311C-0056-BD49-96DD-8246FDDBDA0A}">
      <dgm:prSet phldrT="[Text]"/>
      <dgm:spPr/>
      <dgm:t>
        <a:bodyPr/>
        <a:lstStyle/>
        <a:p>
          <a:r>
            <a:rPr lang="en-US" dirty="0"/>
            <a:t>Creates items and places them into a buffer (a limited-size holding area).</a:t>
          </a:r>
        </a:p>
      </dgm:t>
    </dgm:pt>
    <dgm:pt modelId="{D28F0583-2469-8D46-A178-AC4C1EFBA84E}" type="sibTrans" cxnId="{DE36696E-CF68-354C-ABE4-1CF7E3A75CD7}">
      <dgm:prSet/>
      <dgm:spPr/>
      <dgm:t>
        <a:bodyPr/>
        <a:lstStyle/>
        <a:p>
          <a:endParaRPr lang="en-US"/>
        </a:p>
      </dgm:t>
    </dgm:pt>
    <dgm:pt modelId="{AFC46A34-2FE6-A840-B1E8-9CA73C0EE0C8}" type="parTrans" cxnId="{DE36696E-CF68-354C-ABE4-1CF7E3A75CD7}">
      <dgm:prSet/>
      <dgm:spPr/>
      <dgm:t>
        <a:bodyPr/>
        <a:lstStyle/>
        <a:p>
          <a:endParaRPr lang="en-US"/>
        </a:p>
      </dgm:t>
    </dgm:pt>
    <dgm:pt modelId="{D41FAEDF-E5A5-E341-BDD4-3C3341E24231}">
      <dgm:prSet phldrT="[Text]"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Bounded Buffer</a:t>
          </a:r>
        </a:p>
      </dgm:t>
    </dgm:pt>
    <dgm:pt modelId="{02FA6D12-51C0-E641-B591-3036C16A9A51}" type="sibTrans" cxnId="{F2938C96-42E6-344C-AF63-0AFB90DF70FD}">
      <dgm:prSet/>
      <dgm:spPr/>
      <dgm:t>
        <a:bodyPr/>
        <a:lstStyle/>
        <a:p>
          <a:endParaRPr lang="en-US"/>
        </a:p>
      </dgm:t>
    </dgm:pt>
    <dgm:pt modelId="{0C13F21E-EF52-3945-9C4E-F7547366D2B5}" type="parTrans" cxnId="{F2938C96-42E6-344C-AF63-0AFB90DF70FD}">
      <dgm:prSet/>
      <dgm:spPr/>
      <dgm:t>
        <a:bodyPr/>
        <a:lstStyle/>
        <a:p>
          <a:endParaRPr lang="en-US"/>
        </a:p>
      </dgm:t>
    </dgm:pt>
    <dgm:pt modelId="{5881D21E-55B6-4642-A5D4-A1A66D9E2047}" type="pres">
      <dgm:prSet presAssocID="{4533AB3F-3CAD-7F47-BB45-179F3599BADC}" presName="linear" presStyleCnt="0">
        <dgm:presLayoutVars>
          <dgm:animLvl val="lvl"/>
          <dgm:resizeHandles val="exact"/>
        </dgm:presLayoutVars>
      </dgm:prSet>
      <dgm:spPr/>
    </dgm:pt>
    <dgm:pt modelId="{06D26506-5A6A-6A44-90EF-5B74834ECE74}" type="pres">
      <dgm:prSet presAssocID="{6B817412-1098-A44E-B2EE-EDF3C2E258E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6D3616C-7620-5345-8055-56F8FBF8C916}" type="pres">
      <dgm:prSet presAssocID="{6B817412-1098-A44E-B2EE-EDF3C2E258E8}" presName="childText" presStyleLbl="revTx" presStyleIdx="0" presStyleCnt="2">
        <dgm:presLayoutVars>
          <dgm:bulletEnabled val="1"/>
        </dgm:presLayoutVars>
      </dgm:prSet>
      <dgm:spPr/>
    </dgm:pt>
    <dgm:pt modelId="{B8C67413-01BE-8042-B547-BA7EDC92583E}" type="pres">
      <dgm:prSet presAssocID="{97FEC009-AB1D-B64D-8170-5DC0BE6CD91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5B1D8F-8D98-2A4D-B0FA-7C04E8966888}" type="pres">
      <dgm:prSet presAssocID="{97FEC009-AB1D-B64D-8170-5DC0BE6CD919}" presName="childText" presStyleLbl="revTx" presStyleIdx="1" presStyleCnt="2">
        <dgm:presLayoutVars>
          <dgm:bulletEnabled val="1"/>
        </dgm:presLayoutVars>
      </dgm:prSet>
      <dgm:spPr/>
    </dgm:pt>
    <dgm:pt modelId="{145FF3A7-8A6E-A644-9917-072308E2A55C}" type="pres">
      <dgm:prSet presAssocID="{D41FAEDF-E5A5-E341-BDD4-3C3341E24231}" presName="parentText" presStyleLbl="node1" presStyleIdx="2" presStyleCnt="3" custLinFactNeighborY="-27906">
        <dgm:presLayoutVars>
          <dgm:chMax val="0"/>
          <dgm:bulletEnabled val="1"/>
        </dgm:presLayoutVars>
      </dgm:prSet>
      <dgm:spPr/>
    </dgm:pt>
  </dgm:ptLst>
  <dgm:cxnLst>
    <dgm:cxn modelId="{804C104C-62B2-B74D-986A-E9B070DF8ED9}" srcId="{4533AB3F-3CAD-7F47-BB45-179F3599BADC}" destId="{6B817412-1098-A44E-B2EE-EDF3C2E258E8}" srcOrd="0" destOrd="0" parTransId="{F19A4DE0-997D-3248-9F96-C978C007043E}" sibTransId="{ACDB5AC2-2E3B-D94B-8127-150B68B3900B}"/>
    <dgm:cxn modelId="{DE36696E-CF68-354C-ABE4-1CF7E3A75CD7}" srcId="{6B817412-1098-A44E-B2EE-EDF3C2E258E8}" destId="{3CF8311C-0056-BD49-96DD-8246FDDBDA0A}" srcOrd="0" destOrd="0" parTransId="{AFC46A34-2FE6-A840-B1E8-9CA73C0EE0C8}" sibTransId="{D28F0583-2469-8D46-A178-AC4C1EFBA84E}"/>
    <dgm:cxn modelId="{F2938C96-42E6-344C-AF63-0AFB90DF70FD}" srcId="{4533AB3F-3CAD-7F47-BB45-179F3599BADC}" destId="{D41FAEDF-E5A5-E341-BDD4-3C3341E24231}" srcOrd="2" destOrd="0" parTransId="{0C13F21E-EF52-3945-9C4E-F7547366D2B5}" sibTransId="{02FA6D12-51C0-E641-B591-3036C16A9A51}"/>
    <dgm:cxn modelId="{22F2A2A5-0D69-AC44-AF75-41AC47421737}" type="presOf" srcId="{6B817412-1098-A44E-B2EE-EDF3C2E258E8}" destId="{06D26506-5A6A-6A44-90EF-5B74834ECE74}" srcOrd="0" destOrd="0" presId="urn:microsoft.com/office/officeart/2005/8/layout/vList2"/>
    <dgm:cxn modelId="{0ACFA0AE-E8D3-7C41-93AF-80EAB3DFFEE3}" type="presOf" srcId="{D41FAEDF-E5A5-E341-BDD4-3C3341E24231}" destId="{145FF3A7-8A6E-A644-9917-072308E2A55C}" srcOrd="0" destOrd="0" presId="urn:microsoft.com/office/officeart/2005/8/layout/vList2"/>
    <dgm:cxn modelId="{C96FB2B1-2882-284D-8BB6-58556021EC64}" type="presOf" srcId="{4533AB3F-3CAD-7F47-BB45-179F3599BADC}" destId="{5881D21E-55B6-4642-A5D4-A1A66D9E2047}" srcOrd="0" destOrd="0" presId="urn:microsoft.com/office/officeart/2005/8/layout/vList2"/>
    <dgm:cxn modelId="{22D083E1-CB61-1343-968B-3A299E86127A}" srcId="{97FEC009-AB1D-B64D-8170-5DC0BE6CD919}" destId="{B29D8C71-90A5-8540-BE34-0949860A46C0}" srcOrd="0" destOrd="0" parTransId="{6F8DC1B0-A6D5-2A42-888A-49F4FDCD7835}" sibTransId="{8169609C-65FE-8B47-B4AF-2A3FA1C2A2D7}"/>
    <dgm:cxn modelId="{837F3DE2-CC83-C240-8C45-5A4D7D6600B1}" srcId="{4533AB3F-3CAD-7F47-BB45-179F3599BADC}" destId="{97FEC009-AB1D-B64D-8170-5DC0BE6CD919}" srcOrd="1" destOrd="0" parTransId="{B330BF04-07B3-8C4E-8B76-62B80B563393}" sibTransId="{99DB7B01-3C3D-B942-B066-EFC9AF27C336}"/>
    <dgm:cxn modelId="{011814ED-D1B7-664F-9CF5-ADD9EC01D600}" type="presOf" srcId="{97FEC009-AB1D-B64D-8170-5DC0BE6CD919}" destId="{B8C67413-01BE-8042-B547-BA7EDC92583E}" srcOrd="0" destOrd="0" presId="urn:microsoft.com/office/officeart/2005/8/layout/vList2"/>
    <dgm:cxn modelId="{FF5BDFF1-5B9C-BD48-889D-1B459F31A3B5}" type="presOf" srcId="{3CF8311C-0056-BD49-96DD-8246FDDBDA0A}" destId="{66D3616C-7620-5345-8055-56F8FBF8C916}" srcOrd="0" destOrd="0" presId="urn:microsoft.com/office/officeart/2005/8/layout/vList2"/>
    <dgm:cxn modelId="{ACB1F1F9-93D3-C947-B3AA-B713072708AD}" type="presOf" srcId="{B29D8C71-90A5-8540-BE34-0949860A46C0}" destId="{C55B1D8F-8D98-2A4D-B0FA-7C04E8966888}" srcOrd="0" destOrd="0" presId="urn:microsoft.com/office/officeart/2005/8/layout/vList2"/>
    <dgm:cxn modelId="{29B778E5-D1BF-A841-9FE8-09DB5E2494D2}" type="presParOf" srcId="{5881D21E-55B6-4642-A5D4-A1A66D9E2047}" destId="{06D26506-5A6A-6A44-90EF-5B74834ECE74}" srcOrd="0" destOrd="0" presId="urn:microsoft.com/office/officeart/2005/8/layout/vList2"/>
    <dgm:cxn modelId="{A4661BBE-3574-544B-B0FE-8694DD34E135}" type="presParOf" srcId="{5881D21E-55B6-4642-A5D4-A1A66D9E2047}" destId="{66D3616C-7620-5345-8055-56F8FBF8C916}" srcOrd="1" destOrd="0" presId="urn:microsoft.com/office/officeart/2005/8/layout/vList2"/>
    <dgm:cxn modelId="{583C6F43-E1EC-5741-8C52-79818E1996C7}" type="presParOf" srcId="{5881D21E-55B6-4642-A5D4-A1A66D9E2047}" destId="{B8C67413-01BE-8042-B547-BA7EDC92583E}" srcOrd="2" destOrd="0" presId="urn:microsoft.com/office/officeart/2005/8/layout/vList2"/>
    <dgm:cxn modelId="{F41F6C54-BA6E-2E45-89A5-939C7A8C7282}" type="presParOf" srcId="{5881D21E-55B6-4642-A5D4-A1A66D9E2047}" destId="{C55B1D8F-8D98-2A4D-B0FA-7C04E8966888}" srcOrd="3" destOrd="0" presId="urn:microsoft.com/office/officeart/2005/8/layout/vList2"/>
    <dgm:cxn modelId="{E7C4210F-A64B-D349-AD05-9E87B334044D}" type="presParOf" srcId="{5881D21E-55B6-4642-A5D4-A1A66D9E2047}" destId="{145FF3A7-8A6E-A644-9917-072308E2A55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5391F68-1A34-3E43-A383-DA0D814EC60E}" type="doc">
      <dgm:prSet loTypeId="urn:microsoft.com/office/officeart/2005/8/layout/defaul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67C7DA-2A94-0441-9A40-0BD3359B5C2B}">
      <dgm:prSet phldrT="[Text]" custT="1"/>
      <dgm:spPr/>
      <dgm:t>
        <a:bodyPr/>
        <a:lstStyle/>
        <a:p>
          <a:r>
            <a:rPr lang="en-US" sz="2700" dirty="0">
              <a:solidFill>
                <a:srgbClr val="FFFF00"/>
              </a:solidFill>
            </a:rPr>
            <a:t>Critical section</a:t>
          </a:r>
        </a:p>
        <a:p>
          <a:r>
            <a:rPr lang="en-US" sz="1400" dirty="0"/>
            <a:t>Protects shared data between threads in the same process</a:t>
          </a:r>
        </a:p>
      </dgm:t>
    </dgm:pt>
    <dgm:pt modelId="{79410515-94B0-BF42-85D7-DECFA4AC9458}" type="parTrans" cxnId="{37138C3B-1FE0-7A42-A90D-F5463EBE6524}">
      <dgm:prSet/>
      <dgm:spPr/>
      <dgm:t>
        <a:bodyPr/>
        <a:lstStyle/>
        <a:p>
          <a:endParaRPr lang="en-US"/>
        </a:p>
      </dgm:t>
    </dgm:pt>
    <dgm:pt modelId="{CC82C601-8009-A743-9B3F-61C037094468}" type="sibTrans" cxnId="{37138C3B-1FE0-7A42-A90D-F5463EBE6524}">
      <dgm:prSet/>
      <dgm:spPr/>
      <dgm:t>
        <a:bodyPr/>
        <a:lstStyle/>
        <a:p>
          <a:endParaRPr lang="en-US"/>
        </a:p>
      </dgm:t>
    </dgm:pt>
    <dgm:pt modelId="{E652D5C9-C721-C244-8724-1DE18472D394}">
      <dgm:prSet phldrT="[Text]" custT="1"/>
      <dgm:spPr/>
      <dgm:t>
        <a:bodyPr/>
        <a:lstStyle/>
        <a:p>
          <a:r>
            <a:rPr lang="en-US" sz="2700" dirty="0">
              <a:solidFill>
                <a:schemeClr val="accent3">
                  <a:lumMod val="60000"/>
                  <a:lumOff val="40000"/>
                </a:schemeClr>
              </a:solidFill>
            </a:rPr>
            <a:t>Mutex</a:t>
          </a:r>
        </a:p>
        <a:p>
          <a:r>
            <a:rPr lang="en-US" sz="1400" dirty="0"/>
            <a:t>Allows only one thread to own a protected resource at a time; named mutexes can support cross-process coordination.</a:t>
          </a:r>
          <a:endParaRPr lang="en-US" sz="1400" dirty="0">
            <a:solidFill>
              <a:schemeClr val="tx1"/>
            </a:solidFill>
          </a:endParaRPr>
        </a:p>
      </dgm:t>
    </dgm:pt>
    <dgm:pt modelId="{A12B2BAC-D42D-8E45-B2B6-DB9445671805}" type="parTrans" cxnId="{B420CD55-562A-204E-8742-F0A533845C13}">
      <dgm:prSet/>
      <dgm:spPr/>
      <dgm:t>
        <a:bodyPr/>
        <a:lstStyle/>
        <a:p>
          <a:endParaRPr lang="en-US"/>
        </a:p>
      </dgm:t>
    </dgm:pt>
    <dgm:pt modelId="{711D606E-FD17-3F42-8B1D-E44072022728}" type="sibTrans" cxnId="{B420CD55-562A-204E-8742-F0A533845C13}">
      <dgm:prSet/>
      <dgm:spPr/>
      <dgm:t>
        <a:bodyPr/>
        <a:lstStyle/>
        <a:p>
          <a:endParaRPr lang="en-US"/>
        </a:p>
      </dgm:t>
    </dgm:pt>
    <dgm:pt modelId="{F6315E41-D55B-9448-B549-B065222098C7}">
      <dgm:prSet phldrT="[Text]" custT="1"/>
      <dgm:spPr/>
      <dgm:t>
        <a:bodyPr/>
        <a:lstStyle/>
        <a:p>
          <a:r>
            <a:rPr lang="en-US" sz="2700" dirty="0">
              <a:solidFill>
                <a:schemeClr val="accent5">
                  <a:lumMod val="40000"/>
                  <a:lumOff val="60000"/>
                </a:schemeClr>
              </a:solidFill>
            </a:rPr>
            <a:t>Semaphore</a:t>
          </a:r>
        </a:p>
        <a:p>
          <a:r>
            <a:rPr lang="en-US" sz="1400" dirty="0"/>
            <a:t>Maintains a count to limit how many threads can access a resource at once</a:t>
          </a:r>
          <a:r>
            <a:rPr lang="en-US" sz="2700" dirty="0"/>
            <a:t>.</a:t>
          </a:r>
          <a:endParaRPr lang="en-US" sz="1400" dirty="0">
            <a:solidFill>
              <a:schemeClr val="bg1"/>
            </a:solidFill>
          </a:endParaRPr>
        </a:p>
      </dgm:t>
    </dgm:pt>
    <dgm:pt modelId="{66D49E55-7C37-0B44-B4FF-7EC4658A1B39}" type="parTrans" cxnId="{6A300040-3789-A943-8FC1-6304A7EB93FC}">
      <dgm:prSet/>
      <dgm:spPr/>
      <dgm:t>
        <a:bodyPr/>
        <a:lstStyle/>
        <a:p>
          <a:endParaRPr lang="en-US"/>
        </a:p>
      </dgm:t>
    </dgm:pt>
    <dgm:pt modelId="{F89B1FBC-9503-7A4F-BE9C-2C7B10179492}" type="sibTrans" cxnId="{6A300040-3789-A943-8FC1-6304A7EB93FC}">
      <dgm:prSet/>
      <dgm:spPr/>
      <dgm:t>
        <a:bodyPr/>
        <a:lstStyle/>
        <a:p>
          <a:endParaRPr lang="en-US"/>
        </a:p>
      </dgm:t>
    </dgm:pt>
    <dgm:pt modelId="{0598ACF7-D790-8545-B581-29A4B4397765}">
      <dgm:prSet phldrT="[Text]" custT="1"/>
      <dgm:spPr/>
      <dgm:t>
        <a:bodyPr/>
        <a:lstStyle/>
        <a:p>
          <a:r>
            <a:rPr lang="en-US" sz="2700" dirty="0">
              <a:solidFill>
                <a:srgbClr val="C00000"/>
              </a:solidFill>
            </a:rPr>
            <a:t>SRW lock</a:t>
          </a:r>
        </a:p>
        <a:p>
          <a:r>
            <a:rPr lang="en-US" sz="1400" dirty="0"/>
            <a:t>Slim Reader/Writer lock. Supports shared reader access or exclusive writer access within a process.</a:t>
          </a:r>
          <a:endParaRPr lang="en-US" sz="1400" dirty="0">
            <a:solidFill>
              <a:srgbClr val="C00000"/>
            </a:solidFill>
          </a:endParaRPr>
        </a:p>
        <a:p>
          <a:endParaRPr lang="en-US" sz="1400" dirty="0">
            <a:solidFill>
              <a:srgbClr val="C00000"/>
            </a:solidFill>
          </a:endParaRPr>
        </a:p>
      </dgm:t>
    </dgm:pt>
    <dgm:pt modelId="{655FCCEF-AE11-CF48-B5A1-43FA09416AB9}" type="parTrans" cxnId="{B1A5CF47-D6DD-4348-ACB9-11C5FD2E82CD}">
      <dgm:prSet/>
      <dgm:spPr/>
      <dgm:t>
        <a:bodyPr/>
        <a:lstStyle/>
        <a:p>
          <a:endParaRPr lang="en-US"/>
        </a:p>
      </dgm:t>
    </dgm:pt>
    <dgm:pt modelId="{2E5A6E4C-64E4-4D41-B62C-9027F872956B}" type="sibTrans" cxnId="{B1A5CF47-D6DD-4348-ACB9-11C5FD2E82CD}">
      <dgm:prSet/>
      <dgm:spPr/>
      <dgm:t>
        <a:bodyPr/>
        <a:lstStyle/>
        <a:p>
          <a:endParaRPr lang="en-US"/>
        </a:p>
      </dgm:t>
    </dgm:pt>
    <dgm:pt modelId="{954852AA-0BFC-A545-8BB1-B4E6369E3E4C}">
      <dgm:prSet phldrT="[Text]" custT="1"/>
      <dgm:spPr/>
      <dgm:t>
        <a:bodyPr/>
        <a:lstStyle/>
        <a:p>
          <a:r>
            <a:rPr lang="en-US" sz="2700" dirty="0">
              <a:solidFill>
                <a:srgbClr val="0FDFDD"/>
              </a:solidFill>
            </a:rPr>
            <a:t>Event</a:t>
          </a:r>
        </a:p>
        <a:p>
          <a:r>
            <a:rPr lang="en-US" sz="1400" dirty="0"/>
            <a:t>Signals waiting threads that something has happened or a condition has been reached</a:t>
          </a:r>
          <a:r>
            <a:rPr lang="en-US" sz="2700" dirty="0"/>
            <a:t>.</a:t>
          </a:r>
          <a:endParaRPr lang="en-US" sz="1400" dirty="0">
            <a:solidFill>
              <a:srgbClr val="0FDFDD"/>
            </a:solidFill>
          </a:endParaRPr>
        </a:p>
      </dgm:t>
    </dgm:pt>
    <dgm:pt modelId="{E27B3C1C-B486-5546-8868-33F856374192}" type="parTrans" cxnId="{50CB357D-B684-7343-B9D9-32076DF97732}">
      <dgm:prSet/>
      <dgm:spPr/>
      <dgm:t>
        <a:bodyPr/>
        <a:lstStyle/>
        <a:p>
          <a:endParaRPr lang="en-US"/>
        </a:p>
      </dgm:t>
    </dgm:pt>
    <dgm:pt modelId="{E54AD846-8F14-4C40-BD7F-6FA80B9B151A}" type="sibTrans" cxnId="{50CB357D-B684-7343-B9D9-32076DF97732}">
      <dgm:prSet/>
      <dgm:spPr/>
      <dgm:t>
        <a:bodyPr/>
        <a:lstStyle/>
        <a:p>
          <a:endParaRPr lang="en-US"/>
        </a:p>
      </dgm:t>
    </dgm:pt>
    <dgm:pt modelId="{F0CDA812-92B0-BF4E-879D-DC4677C2AE1D}">
      <dgm:prSet phldrT="[Text]" custT="1"/>
      <dgm:spPr/>
      <dgm:t>
        <a:bodyPr/>
        <a:lstStyle/>
        <a:p>
          <a:r>
            <a:rPr lang="en-US" sz="2700" dirty="0">
              <a:solidFill>
                <a:schemeClr val="accent2">
                  <a:lumMod val="75000"/>
                </a:schemeClr>
              </a:solidFill>
            </a:rPr>
            <a:t>Condition variable</a:t>
          </a:r>
        </a:p>
        <a:p>
          <a:r>
            <a:rPr lang="en-US" sz="1400" dirty="0"/>
            <a:t>Lets threads wait for a condition while releasing a lock, then reacquire it when awakened.</a:t>
          </a:r>
          <a:endParaRPr lang="en-US" sz="1400" dirty="0">
            <a:solidFill>
              <a:schemeClr val="accent2">
                <a:lumMod val="75000"/>
              </a:schemeClr>
            </a:solidFill>
          </a:endParaRPr>
        </a:p>
      </dgm:t>
    </dgm:pt>
    <dgm:pt modelId="{E6E89325-DDBC-2D43-8BF2-6DAAF6815C62}" type="parTrans" cxnId="{309119BF-FB01-7245-A431-B58461BA3D9A}">
      <dgm:prSet/>
      <dgm:spPr/>
      <dgm:t>
        <a:bodyPr/>
        <a:lstStyle/>
        <a:p>
          <a:endParaRPr lang="en-US"/>
        </a:p>
      </dgm:t>
    </dgm:pt>
    <dgm:pt modelId="{A4C6326C-F071-CD4A-9829-D4C19D30BAB8}" type="sibTrans" cxnId="{309119BF-FB01-7245-A431-B58461BA3D9A}">
      <dgm:prSet/>
      <dgm:spPr/>
      <dgm:t>
        <a:bodyPr/>
        <a:lstStyle/>
        <a:p>
          <a:endParaRPr lang="en-US"/>
        </a:p>
      </dgm:t>
    </dgm:pt>
    <dgm:pt modelId="{6D028782-0814-B24E-8120-2E3E3E6EC65C}" type="pres">
      <dgm:prSet presAssocID="{75391F68-1A34-3E43-A383-DA0D814EC60E}" presName="diagram" presStyleCnt="0">
        <dgm:presLayoutVars>
          <dgm:dir/>
          <dgm:resizeHandles val="exact"/>
        </dgm:presLayoutVars>
      </dgm:prSet>
      <dgm:spPr/>
    </dgm:pt>
    <dgm:pt modelId="{41019997-A797-D24B-8C6C-F03449128CD2}" type="pres">
      <dgm:prSet presAssocID="{4467C7DA-2A94-0441-9A40-0BD3359B5C2B}" presName="node" presStyleLbl="node1" presStyleIdx="0" presStyleCnt="6">
        <dgm:presLayoutVars>
          <dgm:bulletEnabled val="1"/>
        </dgm:presLayoutVars>
      </dgm:prSet>
      <dgm:spPr/>
    </dgm:pt>
    <dgm:pt modelId="{7209F4DE-991A-834F-A74E-10D7507C78C8}" type="pres">
      <dgm:prSet presAssocID="{CC82C601-8009-A743-9B3F-61C037094468}" presName="sibTrans" presStyleCnt="0"/>
      <dgm:spPr/>
    </dgm:pt>
    <dgm:pt modelId="{D25349BC-14D2-3D4D-B707-CCC2D7CF5BE8}" type="pres">
      <dgm:prSet presAssocID="{E652D5C9-C721-C244-8724-1DE18472D394}" presName="node" presStyleLbl="node1" presStyleIdx="1" presStyleCnt="6" custLinFactNeighborY="800">
        <dgm:presLayoutVars>
          <dgm:bulletEnabled val="1"/>
        </dgm:presLayoutVars>
      </dgm:prSet>
      <dgm:spPr/>
    </dgm:pt>
    <dgm:pt modelId="{13EBE087-6228-2F4E-BDAD-1144FDF5A6E1}" type="pres">
      <dgm:prSet presAssocID="{711D606E-FD17-3F42-8B1D-E44072022728}" presName="sibTrans" presStyleCnt="0"/>
      <dgm:spPr/>
    </dgm:pt>
    <dgm:pt modelId="{92BB16FE-EC18-6448-B1C1-3FDFCCB3D715}" type="pres">
      <dgm:prSet presAssocID="{F6315E41-D55B-9448-B549-B065222098C7}" presName="node" presStyleLbl="node1" presStyleIdx="2" presStyleCnt="6" custLinFactNeighborX="4318" custLinFactNeighborY="-2813">
        <dgm:presLayoutVars>
          <dgm:bulletEnabled val="1"/>
        </dgm:presLayoutVars>
      </dgm:prSet>
      <dgm:spPr/>
    </dgm:pt>
    <dgm:pt modelId="{F66B59EF-A287-094C-AD68-F376C555E1D5}" type="pres">
      <dgm:prSet presAssocID="{F89B1FBC-9503-7A4F-BE9C-2C7B10179492}" presName="sibTrans" presStyleCnt="0"/>
      <dgm:spPr/>
    </dgm:pt>
    <dgm:pt modelId="{B73DD17F-3642-E943-8D8C-434BE76DA47B}" type="pres">
      <dgm:prSet presAssocID="{0598ACF7-D790-8545-B581-29A4B4397765}" presName="node" presStyleLbl="node1" presStyleIdx="3" presStyleCnt="6" custLinFactX="10000" custLinFactNeighborX="100000">
        <dgm:presLayoutVars>
          <dgm:bulletEnabled val="1"/>
        </dgm:presLayoutVars>
      </dgm:prSet>
      <dgm:spPr/>
    </dgm:pt>
    <dgm:pt modelId="{B63EB62D-EFAA-D940-9465-ABD41DDAA16E}" type="pres">
      <dgm:prSet presAssocID="{2E5A6E4C-64E4-4D41-B62C-9027F872956B}" presName="sibTrans" presStyleCnt="0"/>
      <dgm:spPr/>
    </dgm:pt>
    <dgm:pt modelId="{99047368-4A0E-CD41-B560-5237626B5A53}" type="pres">
      <dgm:prSet presAssocID="{954852AA-0BFC-A545-8BB1-B4E6369E3E4C}" presName="node" presStyleLbl="node1" presStyleIdx="4" presStyleCnt="6" custLinFactX="-10000" custLinFactNeighborX="-100000" custLinFactNeighborY="-339">
        <dgm:presLayoutVars>
          <dgm:bulletEnabled val="1"/>
        </dgm:presLayoutVars>
      </dgm:prSet>
      <dgm:spPr/>
    </dgm:pt>
    <dgm:pt modelId="{1EA25853-585D-3340-86E8-7FEFD8CC08B8}" type="pres">
      <dgm:prSet presAssocID="{E54AD846-8F14-4C40-BD7F-6FA80B9B151A}" presName="sibTrans" presStyleCnt="0"/>
      <dgm:spPr/>
    </dgm:pt>
    <dgm:pt modelId="{82CCA284-0B65-F247-8478-A824F0398C73}" type="pres">
      <dgm:prSet presAssocID="{F0CDA812-92B0-BF4E-879D-DC4677C2AE1D}" presName="node" presStyleLbl="node1" presStyleIdx="5" presStyleCnt="6">
        <dgm:presLayoutVars>
          <dgm:bulletEnabled val="1"/>
        </dgm:presLayoutVars>
      </dgm:prSet>
      <dgm:spPr/>
    </dgm:pt>
  </dgm:ptLst>
  <dgm:cxnLst>
    <dgm:cxn modelId="{92A5960F-4C7D-9A43-8EEC-BBC9DCF1A4B2}" type="presOf" srcId="{954852AA-0BFC-A545-8BB1-B4E6369E3E4C}" destId="{99047368-4A0E-CD41-B560-5237626B5A53}" srcOrd="0" destOrd="0" presId="urn:microsoft.com/office/officeart/2005/8/layout/default"/>
    <dgm:cxn modelId="{FE22A72D-A234-7F4E-B430-017CEE829528}" type="presOf" srcId="{4467C7DA-2A94-0441-9A40-0BD3359B5C2B}" destId="{41019997-A797-D24B-8C6C-F03449128CD2}" srcOrd="0" destOrd="0" presId="urn:microsoft.com/office/officeart/2005/8/layout/default"/>
    <dgm:cxn modelId="{37138C3B-1FE0-7A42-A90D-F5463EBE6524}" srcId="{75391F68-1A34-3E43-A383-DA0D814EC60E}" destId="{4467C7DA-2A94-0441-9A40-0BD3359B5C2B}" srcOrd="0" destOrd="0" parTransId="{79410515-94B0-BF42-85D7-DECFA4AC9458}" sibTransId="{CC82C601-8009-A743-9B3F-61C037094468}"/>
    <dgm:cxn modelId="{316C5E3C-C23C-DA4B-A0B2-8368CAAD7ECC}" type="presOf" srcId="{F0CDA812-92B0-BF4E-879D-DC4677C2AE1D}" destId="{82CCA284-0B65-F247-8478-A824F0398C73}" srcOrd="0" destOrd="0" presId="urn:microsoft.com/office/officeart/2005/8/layout/default"/>
    <dgm:cxn modelId="{6A300040-3789-A943-8FC1-6304A7EB93FC}" srcId="{75391F68-1A34-3E43-A383-DA0D814EC60E}" destId="{F6315E41-D55B-9448-B549-B065222098C7}" srcOrd="2" destOrd="0" parTransId="{66D49E55-7C37-0B44-B4FF-7EC4658A1B39}" sibTransId="{F89B1FBC-9503-7A4F-BE9C-2C7B10179492}"/>
    <dgm:cxn modelId="{B1A5CF47-D6DD-4348-ACB9-11C5FD2E82CD}" srcId="{75391F68-1A34-3E43-A383-DA0D814EC60E}" destId="{0598ACF7-D790-8545-B581-29A4B4397765}" srcOrd="3" destOrd="0" parTransId="{655FCCEF-AE11-CF48-B5A1-43FA09416AB9}" sibTransId="{2E5A6E4C-64E4-4D41-B62C-9027F872956B}"/>
    <dgm:cxn modelId="{B420CD55-562A-204E-8742-F0A533845C13}" srcId="{75391F68-1A34-3E43-A383-DA0D814EC60E}" destId="{E652D5C9-C721-C244-8724-1DE18472D394}" srcOrd="1" destOrd="0" parTransId="{A12B2BAC-D42D-8E45-B2B6-DB9445671805}" sibTransId="{711D606E-FD17-3F42-8B1D-E44072022728}"/>
    <dgm:cxn modelId="{50CB357D-B684-7343-B9D9-32076DF97732}" srcId="{75391F68-1A34-3E43-A383-DA0D814EC60E}" destId="{954852AA-0BFC-A545-8BB1-B4E6369E3E4C}" srcOrd="4" destOrd="0" parTransId="{E27B3C1C-B486-5546-8868-33F856374192}" sibTransId="{E54AD846-8F14-4C40-BD7F-6FA80B9B151A}"/>
    <dgm:cxn modelId="{309119BF-FB01-7245-A431-B58461BA3D9A}" srcId="{75391F68-1A34-3E43-A383-DA0D814EC60E}" destId="{F0CDA812-92B0-BF4E-879D-DC4677C2AE1D}" srcOrd="5" destOrd="0" parTransId="{E6E89325-DDBC-2D43-8BF2-6DAAF6815C62}" sibTransId="{A4C6326C-F071-CD4A-9829-D4C19D30BAB8}"/>
    <dgm:cxn modelId="{CA0C2FC5-1EED-794D-8C82-E056F68D35FD}" type="presOf" srcId="{75391F68-1A34-3E43-A383-DA0D814EC60E}" destId="{6D028782-0814-B24E-8120-2E3E3E6EC65C}" srcOrd="0" destOrd="0" presId="urn:microsoft.com/office/officeart/2005/8/layout/default"/>
    <dgm:cxn modelId="{A3B385E0-9A19-D84E-AC56-2B59A56D6C89}" type="presOf" srcId="{0598ACF7-D790-8545-B581-29A4B4397765}" destId="{B73DD17F-3642-E943-8D8C-434BE76DA47B}" srcOrd="0" destOrd="0" presId="urn:microsoft.com/office/officeart/2005/8/layout/default"/>
    <dgm:cxn modelId="{A5D805EE-13CA-6E4B-89EF-A3256B4A4BEF}" type="presOf" srcId="{E652D5C9-C721-C244-8724-1DE18472D394}" destId="{D25349BC-14D2-3D4D-B707-CCC2D7CF5BE8}" srcOrd="0" destOrd="0" presId="urn:microsoft.com/office/officeart/2005/8/layout/default"/>
    <dgm:cxn modelId="{ACAD80FE-43F2-C74F-A0CC-3BB520503516}" type="presOf" srcId="{F6315E41-D55B-9448-B549-B065222098C7}" destId="{92BB16FE-EC18-6448-B1C1-3FDFCCB3D715}" srcOrd="0" destOrd="0" presId="urn:microsoft.com/office/officeart/2005/8/layout/default"/>
    <dgm:cxn modelId="{3E4F750C-360C-A549-98FD-EFC9FA73584F}" type="presParOf" srcId="{6D028782-0814-B24E-8120-2E3E3E6EC65C}" destId="{41019997-A797-D24B-8C6C-F03449128CD2}" srcOrd="0" destOrd="0" presId="urn:microsoft.com/office/officeart/2005/8/layout/default"/>
    <dgm:cxn modelId="{F5908559-0FA0-1B48-A761-C5D9976A5830}" type="presParOf" srcId="{6D028782-0814-B24E-8120-2E3E3E6EC65C}" destId="{7209F4DE-991A-834F-A74E-10D7507C78C8}" srcOrd="1" destOrd="0" presId="urn:microsoft.com/office/officeart/2005/8/layout/default"/>
    <dgm:cxn modelId="{A09FFB3F-2CE7-ED4E-A746-A741FCA2DF3C}" type="presParOf" srcId="{6D028782-0814-B24E-8120-2E3E3E6EC65C}" destId="{D25349BC-14D2-3D4D-B707-CCC2D7CF5BE8}" srcOrd="2" destOrd="0" presId="urn:microsoft.com/office/officeart/2005/8/layout/default"/>
    <dgm:cxn modelId="{B3B47A1D-B452-2043-9766-688E75745C7F}" type="presParOf" srcId="{6D028782-0814-B24E-8120-2E3E3E6EC65C}" destId="{13EBE087-6228-2F4E-BDAD-1144FDF5A6E1}" srcOrd="3" destOrd="0" presId="urn:microsoft.com/office/officeart/2005/8/layout/default"/>
    <dgm:cxn modelId="{ABE58FE0-3844-1C4A-8EE7-9AD441810E19}" type="presParOf" srcId="{6D028782-0814-B24E-8120-2E3E3E6EC65C}" destId="{92BB16FE-EC18-6448-B1C1-3FDFCCB3D715}" srcOrd="4" destOrd="0" presId="urn:microsoft.com/office/officeart/2005/8/layout/default"/>
    <dgm:cxn modelId="{1C024AC1-B05A-E34F-89CF-2F6E8DAE02BC}" type="presParOf" srcId="{6D028782-0814-B24E-8120-2E3E3E6EC65C}" destId="{F66B59EF-A287-094C-AD68-F376C555E1D5}" srcOrd="5" destOrd="0" presId="urn:microsoft.com/office/officeart/2005/8/layout/default"/>
    <dgm:cxn modelId="{55019F3C-ABE4-3E48-B819-34D96E7DD1F4}" type="presParOf" srcId="{6D028782-0814-B24E-8120-2E3E3E6EC65C}" destId="{B73DD17F-3642-E943-8D8C-434BE76DA47B}" srcOrd="6" destOrd="0" presId="urn:microsoft.com/office/officeart/2005/8/layout/default"/>
    <dgm:cxn modelId="{D0B7C8EE-3D3F-704D-8441-41C143B030AB}" type="presParOf" srcId="{6D028782-0814-B24E-8120-2E3E3E6EC65C}" destId="{B63EB62D-EFAA-D940-9465-ABD41DDAA16E}" srcOrd="7" destOrd="0" presId="urn:microsoft.com/office/officeart/2005/8/layout/default"/>
    <dgm:cxn modelId="{5127868F-1178-B74F-B735-5B71387EC96C}" type="presParOf" srcId="{6D028782-0814-B24E-8120-2E3E3E6EC65C}" destId="{99047368-4A0E-CD41-B560-5237626B5A53}" srcOrd="8" destOrd="0" presId="urn:microsoft.com/office/officeart/2005/8/layout/default"/>
    <dgm:cxn modelId="{74B863D6-4744-464E-BD39-F83492F9813C}" type="presParOf" srcId="{6D028782-0814-B24E-8120-2E3E3E6EC65C}" destId="{1EA25853-585D-3340-86E8-7FEFD8CC08B8}" srcOrd="9" destOrd="0" presId="urn:microsoft.com/office/officeart/2005/8/layout/default"/>
    <dgm:cxn modelId="{FBDA4288-DC50-6A45-BF4C-2F5FDC642546}" type="presParOf" srcId="{6D028782-0814-B24E-8120-2E3E3E6EC65C}" destId="{82CCA284-0B65-F247-8478-A824F0398C7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6E0F3B8-1611-EA4A-A2C2-5DD7DFC0C721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805045-EA63-2E47-B4D1-F3004E83749F}">
      <dgm:prSet phldrT="[Text]" custT="1"/>
      <dgm:spPr/>
      <dgm:t>
        <a:bodyPr/>
        <a:lstStyle/>
        <a:p>
          <a:r>
            <a:rPr lang="en-US" sz="4400" dirty="0">
              <a:solidFill>
                <a:srgbClr val="FF0000"/>
              </a:solidFill>
            </a:rPr>
            <a:t>Readers</a:t>
          </a:r>
        </a:p>
      </dgm:t>
    </dgm:pt>
    <dgm:pt modelId="{89032BEA-0EFD-324F-A5F4-7D3BF75E2230}" type="parTrans" cxnId="{AC3F847E-DA49-9F4F-84E5-E679E675B601}">
      <dgm:prSet/>
      <dgm:spPr/>
      <dgm:t>
        <a:bodyPr/>
        <a:lstStyle/>
        <a:p>
          <a:endParaRPr lang="en-US"/>
        </a:p>
      </dgm:t>
    </dgm:pt>
    <dgm:pt modelId="{C8044089-CE4D-4249-B43E-56B192A60E1E}" type="sibTrans" cxnId="{AC3F847E-DA49-9F4F-84E5-E679E675B601}">
      <dgm:prSet/>
      <dgm:spPr/>
      <dgm:t>
        <a:bodyPr/>
        <a:lstStyle/>
        <a:p>
          <a:endParaRPr lang="en-US"/>
        </a:p>
      </dgm:t>
    </dgm:pt>
    <dgm:pt modelId="{7BB39DCA-AB91-184E-91B9-FB1B0DCC61B7}">
      <dgm:prSet phldrT="[Text]" custT="1"/>
      <dgm:spPr/>
      <dgm:t>
        <a:bodyPr/>
        <a:lstStyle/>
        <a:p>
          <a:r>
            <a:rPr lang="en-US" sz="2400" dirty="0"/>
            <a:t>Only inspect the shared data. Multiple readers can read at the same time</a:t>
          </a:r>
          <a:r>
            <a:rPr lang="en-US" sz="2000" dirty="0"/>
            <a:t>.</a:t>
          </a:r>
        </a:p>
      </dgm:t>
    </dgm:pt>
    <dgm:pt modelId="{5BC30893-37F8-6E49-9216-767631CDB8BF}" type="parTrans" cxnId="{AA69F3AB-3D62-5743-86B7-E94B9D3AD259}">
      <dgm:prSet/>
      <dgm:spPr/>
      <dgm:t>
        <a:bodyPr/>
        <a:lstStyle/>
        <a:p>
          <a:endParaRPr lang="en-US"/>
        </a:p>
      </dgm:t>
    </dgm:pt>
    <dgm:pt modelId="{B175FDB2-CEC8-6149-9D5F-85F39A6A7007}" type="sibTrans" cxnId="{AA69F3AB-3D62-5743-86B7-E94B9D3AD259}">
      <dgm:prSet/>
      <dgm:spPr/>
      <dgm:t>
        <a:bodyPr/>
        <a:lstStyle/>
        <a:p>
          <a:endParaRPr lang="en-US"/>
        </a:p>
      </dgm:t>
    </dgm:pt>
    <dgm:pt modelId="{CF2E4B49-8061-E94D-AD11-68FD3EB730B9}">
      <dgm:prSet phldrT="[Text]" custT="1"/>
      <dgm:spPr/>
      <dgm:t>
        <a:bodyPr/>
        <a:lstStyle/>
        <a:p>
          <a:r>
            <a:rPr lang="en-US" sz="4400" dirty="0">
              <a:solidFill>
                <a:schemeClr val="accent2">
                  <a:lumMod val="75000"/>
                </a:schemeClr>
              </a:solidFill>
            </a:rPr>
            <a:t>Writers</a:t>
          </a:r>
        </a:p>
      </dgm:t>
    </dgm:pt>
    <dgm:pt modelId="{65229081-D450-8146-9B31-3DAA87CFC195}" type="parTrans" cxnId="{300742EE-C616-B647-A792-6ECCC86C3747}">
      <dgm:prSet/>
      <dgm:spPr/>
      <dgm:t>
        <a:bodyPr/>
        <a:lstStyle/>
        <a:p>
          <a:endParaRPr lang="en-US"/>
        </a:p>
      </dgm:t>
    </dgm:pt>
    <dgm:pt modelId="{9D9C69A4-7B8D-6C46-9D10-A8D431992343}" type="sibTrans" cxnId="{300742EE-C616-B647-A792-6ECCC86C3747}">
      <dgm:prSet/>
      <dgm:spPr/>
      <dgm:t>
        <a:bodyPr/>
        <a:lstStyle/>
        <a:p>
          <a:endParaRPr lang="en-US"/>
        </a:p>
      </dgm:t>
    </dgm:pt>
    <dgm:pt modelId="{03668D54-DA1F-6646-B824-D280785D3B33}">
      <dgm:prSet phldrT="[Text]" custT="1"/>
      <dgm:spPr/>
      <dgm:t>
        <a:bodyPr/>
        <a:lstStyle/>
        <a:p>
          <a:r>
            <a:rPr lang="en-US" sz="2400" dirty="0"/>
            <a:t>Change the shared data. A writer needs exclusive access while writing.</a:t>
          </a:r>
        </a:p>
      </dgm:t>
    </dgm:pt>
    <dgm:pt modelId="{EB9405FB-E1CB-3E41-A434-4FD3F8039B3D}" type="parTrans" cxnId="{4E73F0B1-6916-5F4A-B042-5F2B1B6E9ED8}">
      <dgm:prSet/>
      <dgm:spPr/>
      <dgm:t>
        <a:bodyPr/>
        <a:lstStyle/>
        <a:p>
          <a:endParaRPr lang="en-US"/>
        </a:p>
      </dgm:t>
    </dgm:pt>
    <dgm:pt modelId="{106E3DE9-224C-7048-B39C-63388E968A69}" type="sibTrans" cxnId="{4E73F0B1-6916-5F4A-B042-5F2B1B6E9ED8}">
      <dgm:prSet/>
      <dgm:spPr/>
      <dgm:t>
        <a:bodyPr/>
        <a:lstStyle/>
        <a:p>
          <a:endParaRPr lang="en-US"/>
        </a:p>
      </dgm:t>
    </dgm:pt>
    <dgm:pt modelId="{9E546CAA-2F43-614A-9B54-CB688CA7437A}" type="pres">
      <dgm:prSet presAssocID="{F6E0F3B8-1611-EA4A-A2C2-5DD7DFC0C721}" presName="Name0" presStyleCnt="0">
        <dgm:presLayoutVars>
          <dgm:dir/>
          <dgm:animLvl val="lvl"/>
          <dgm:resizeHandles val="exact"/>
        </dgm:presLayoutVars>
      </dgm:prSet>
      <dgm:spPr/>
    </dgm:pt>
    <dgm:pt modelId="{EAB875F0-AC25-4048-9B15-C10D7C905C30}" type="pres">
      <dgm:prSet presAssocID="{7E805045-EA63-2E47-B4D1-F3004E83749F}" presName="composite" presStyleCnt="0"/>
      <dgm:spPr/>
    </dgm:pt>
    <dgm:pt modelId="{60EB3F61-B449-434F-95DB-8370493CE844}" type="pres">
      <dgm:prSet presAssocID="{7E805045-EA63-2E47-B4D1-F3004E83749F}" presName="parTx" presStyleLbl="alignNode1" presStyleIdx="0" presStyleCnt="2" custLinFactNeighborX="-5273" custLinFactNeighborY="2406">
        <dgm:presLayoutVars>
          <dgm:chMax val="0"/>
          <dgm:chPref val="0"/>
          <dgm:bulletEnabled val="1"/>
        </dgm:presLayoutVars>
      </dgm:prSet>
      <dgm:spPr/>
    </dgm:pt>
    <dgm:pt modelId="{09808B23-78B6-894A-87BA-A402EA636D7C}" type="pres">
      <dgm:prSet presAssocID="{7E805045-EA63-2E47-B4D1-F3004E83749F}" presName="desTx" presStyleLbl="alignAccFollowNode1" presStyleIdx="0" presStyleCnt="2">
        <dgm:presLayoutVars>
          <dgm:bulletEnabled val="1"/>
        </dgm:presLayoutVars>
      </dgm:prSet>
      <dgm:spPr/>
    </dgm:pt>
    <dgm:pt modelId="{20341029-94B5-3E41-95DA-527AF323EA90}" type="pres">
      <dgm:prSet presAssocID="{C8044089-CE4D-4249-B43E-56B192A60E1E}" presName="space" presStyleCnt="0"/>
      <dgm:spPr/>
    </dgm:pt>
    <dgm:pt modelId="{053F4A97-E36D-4B47-B1C0-F672DB6A46B9}" type="pres">
      <dgm:prSet presAssocID="{CF2E4B49-8061-E94D-AD11-68FD3EB730B9}" presName="composite" presStyleCnt="0"/>
      <dgm:spPr/>
    </dgm:pt>
    <dgm:pt modelId="{6E19B82C-0531-FE40-AB57-4334E892C11E}" type="pres">
      <dgm:prSet presAssocID="{CF2E4B49-8061-E94D-AD11-68FD3EB730B9}" presName="parTx" presStyleLbl="alignNode1" presStyleIdx="1" presStyleCnt="2" custLinFactNeighborX="1" custLinFactNeighborY="3608">
        <dgm:presLayoutVars>
          <dgm:chMax val="0"/>
          <dgm:chPref val="0"/>
          <dgm:bulletEnabled val="1"/>
        </dgm:presLayoutVars>
      </dgm:prSet>
      <dgm:spPr/>
    </dgm:pt>
    <dgm:pt modelId="{9A4D849D-53DC-B945-897C-F13AF5971319}" type="pres">
      <dgm:prSet presAssocID="{CF2E4B49-8061-E94D-AD11-68FD3EB730B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56E8F0B-F529-124C-98AD-5FAF2B0D2F4D}" type="presOf" srcId="{CF2E4B49-8061-E94D-AD11-68FD3EB730B9}" destId="{6E19B82C-0531-FE40-AB57-4334E892C11E}" srcOrd="0" destOrd="0" presId="urn:microsoft.com/office/officeart/2005/8/layout/hList1"/>
    <dgm:cxn modelId="{1AE25F3F-A5EA-854D-B674-1C3129443299}" type="presOf" srcId="{7E805045-EA63-2E47-B4D1-F3004E83749F}" destId="{60EB3F61-B449-434F-95DB-8370493CE844}" srcOrd="0" destOrd="0" presId="urn:microsoft.com/office/officeart/2005/8/layout/hList1"/>
    <dgm:cxn modelId="{AC3F847E-DA49-9F4F-84E5-E679E675B601}" srcId="{F6E0F3B8-1611-EA4A-A2C2-5DD7DFC0C721}" destId="{7E805045-EA63-2E47-B4D1-F3004E83749F}" srcOrd="0" destOrd="0" parTransId="{89032BEA-0EFD-324F-A5F4-7D3BF75E2230}" sibTransId="{C8044089-CE4D-4249-B43E-56B192A60E1E}"/>
    <dgm:cxn modelId="{F4E0CA7E-0B04-0F46-8ED9-B3BAA7397C5F}" type="presOf" srcId="{03668D54-DA1F-6646-B824-D280785D3B33}" destId="{9A4D849D-53DC-B945-897C-F13AF5971319}" srcOrd="0" destOrd="0" presId="urn:microsoft.com/office/officeart/2005/8/layout/hList1"/>
    <dgm:cxn modelId="{0704FB8C-A6BA-C14E-A3BC-C23AFEB6D09B}" type="presOf" srcId="{7BB39DCA-AB91-184E-91B9-FB1B0DCC61B7}" destId="{09808B23-78B6-894A-87BA-A402EA636D7C}" srcOrd="0" destOrd="0" presId="urn:microsoft.com/office/officeart/2005/8/layout/hList1"/>
    <dgm:cxn modelId="{AA69F3AB-3D62-5743-86B7-E94B9D3AD259}" srcId="{7E805045-EA63-2E47-B4D1-F3004E83749F}" destId="{7BB39DCA-AB91-184E-91B9-FB1B0DCC61B7}" srcOrd="0" destOrd="0" parTransId="{5BC30893-37F8-6E49-9216-767631CDB8BF}" sibTransId="{B175FDB2-CEC8-6149-9D5F-85F39A6A7007}"/>
    <dgm:cxn modelId="{4E73F0B1-6916-5F4A-B042-5F2B1B6E9ED8}" srcId="{CF2E4B49-8061-E94D-AD11-68FD3EB730B9}" destId="{03668D54-DA1F-6646-B824-D280785D3B33}" srcOrd="0" destOrd="0" parTransId="{EB9405FB-E1CB-3E41-A434-4FD3F8039B3D}" sibTransId="{106E3DE9-224C-7048-B39C-63388E968A69}"/>
    <dgm:cxn modelId="{300742EE-C616-B647-A792-6ECCC86C3747}" srcId="{F6E0F3B8-1611-EA4A-A2C2-5DD7DFC0C721}" destId="{CF2E4B49-8061-E94D-AD11-68FD3EB730B9}" srcOrd="1" destOrd="0" parTransId="{65229081-D450-8146-9B31-3DAA87CFC195}" sibTransId="{9D9C69A4-7B8D-6C46-9D10-A8D431992343}"/>
    <dgm:cxn modelId="{88D2AFF2-F092-434C-8B11-E13C7C19BE16}" type="presOf" srcId="{F6E0F3B8-1611-EA4A-A2C2-5DD7DFC0C721}" destId="{9E546CAA-2F43-614A-9B54-CB688CA7437A}" srcOrd="0" destOrd="0" presId="urn:microsoft.com/office/officeart/2005/8/layout/hList1"/>
    <dgm:cxn modelId="{3F0A753B-0A66-624F-AB5B-6510A36F80EF}" type="presParOf" srcId="{9E546CAA-2F43-614A-9B54-CB688CA7437A}" destId="{EAB875F0-AC25-4048-9B15-C10D7C905C30}" srcOrd="0" destOrd="0" presId="urn:microsoft.com/office/officeart/2005/8/layout/hList1"/>
    <dgm:cxn modelId="{CBB4838A-0A1D-7F46-8C8B-57D39B1CA576}" type="presParOf" srcId="{EAB875F0-AC25-4048-9B15-C10D7C905C30}" destId="{60EB3F61-B449-434F-95DB-8370493CE844}" srcOrd="0" destOrd="0" presId="urn:microsoft.com/office/officeart/2005/8/layout/hList1"/>
    <dgm:cxn modelId="{5A7699C3-CD8F-F241-89AA-467FAA706009}" type="presParOf" srcId="{EAB875F0-AC25-4048-9B15-C10D7C905C30}" destId="{09808B23-78B6-894A-87BA-A402EA636D7C}" srcOrd="1" destOrd="0" presId="urn:microsoft.com/office/officeart/2005/8/layout/hList1"/>
    <dgm:cxn modelId="{E0080714-EC50-A440-9992-C7297D4DC73A}" type="presParOf" srcId="{9E546CAA-2F43-614A-9B54-CB688CA7437A}" destId="{20341029-94B5-3E41-95DA-527AF323EA90}" srcOrd="1" destOrd="0" presId="urn:microsoft.com/office/officeart/2005/8/layout/hList1"/>
    <dgm:cxn modelId="{423670C1-B0A5-A449-86AE-CAA43911C549}" type="presParOf" srcId="{9E546CAA-2F43-614A-9B54-CB688CA7437A}" destId="{053F4A97-E36D-4B47-B1C0-F672DB6A46B9}" srcOrd="2" destOrd="0" presId="urn:microsoft.com/office/officeart/2005/8/layout/hList1"/>
    <dgm:cxn modelId="{FF5351AE-3BFB-7247-AF7F-F278DD023D2F}" type="presParOf" srcId="{053F4A97-E36D-4B47-B1C0-F672DB6A46B9}" destId="{6E19B82C-0531-FE40-AB57-4334E892C11E}" srcOrd="0" destOrd="0" presId="urn:microsoft.com/office/officeart/2005/8/layout/hList1"/>
    <dgm:cxn modelId="{BBA53F32-BD3F-B848-8EE6-1ADA1B153460}" type="presParOf" srcId="{053F4A97-E36D-4B47-B1C0-F672DB6A46B9}" destId="{9A4D849D-53DC-B945-897C-F13AF597131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C72F9EA-A38D-D940-A444-C633359D718B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AAF06D-C5CE-1746-B878-B4C2C0D07DB6}">
      <dgm:prSet phldrT="[Text]"/>
      <dgm:spPr/>
      <dgm:t>
        <a:bodyPr/>
        <a:lstStyle/>
        <a:p>
          <a:r>
            <a:rPr lang="en-US" dirty="0">
              <a:solidFill>
                <a:schemeClr val="accent2">
                  <a:lumMod val="75000"/>
                </a:schemeClr>
              </a:solidFill>
            </a:rPr>
            <a:t>Windows</a:t>
          </a:r>
        </a:p>
      </dgm:t>
    </dgm:pt>
    <dgm:pt modelId="{86F0A7E5-AE7B-BC4F-B9FE-4F1ED0E1C87A}" type="parTrans" cxnId="{E2227D2C-2775-F043-B9D3-708435D72EBD}">
      <dgm:prSet/>
      <dgm:spPr/>
      <dgm:t>
        <a:bodyPr/>
        <a:lstStyle/>
        <a:p>
          <a:endParaRPr lang="en-US"/>
        </a:p>
      </dgm:t>
    </dgm:pt>
    <dgm:pt modelId="{C844E10F-42F9-1343-9DEE-D7866D0702EE}" type="sibTrans" cxnId="{E2227D2C-2775-F043-B9D3-708435D72EBD}">
      <dgm:prSet/>
      <dgm:spPr/>
      <dgm:t>
        <a:bodyPr/>
        <a:lstStyle/>
        <a:p>
          <a:endParaRPr lang="en-US"/>
        </a:p>
      </dgm:t>
    </dgm:pt>
    <dgm:pt modelId="{3FA700DC-1CDA-194B-8DAB-574D39F7F3CA}">
      <dgm:prSet phldrT="[Text]"/>
      <dgm:spPr/>
      <dgm:t>
        <a:bodyPr/>
        <a:lstStyle/>
        <a:p>
          <a:r>
            <a:rPr lang="en-US" dirty="0"/>
            <a:t>Uses interrupt masks on single processor systems and spinlocks on multiprocessor systems. Dispatcher objects can act as mutexes, semaphores, events or timers.</a:t>
          </a:r>
        </a:p>
      </dgm:t>
    </dgm:pt>
    <dgm:pt modelId="{DEB6F637-6C44-B142-985E-75D35E8FE86C}" type="parTrans" cxnId="{52C1EFF5-B04A-AC45-BABC-FBC61FBB29D8}">
      <dgm:prSet/>
      <dgm:spPr/>
      <dgm:t>
        <a:bodyPr/>
        <a:lstStyle/>
        <a:p>
          <a:endParaRPr lang="en-US"/>
        </a:p>
      </dgm:t>
    </dgm:pt>
    <dgm:pt modelId="{0E8A982D-CB9E-B044-BE97-92AA9AA254D8}" type="sibTrans" cxnId="{52C1EFF5-B04A-AC45-BABC-FBC61FBB29D8}">
      <dgm:prSet/>
      <dgm:spPr/>
      <dgm:t>
        <a:bodyPr/>
        <a:lstStyle/>
        <a:p>
          <a:endParaRPr lang="en-US"/>
        </a:p>
      </dgm:t>
    </dgm:pt>
    <dgm:pt modelId="{1613D89E-2A1A-F748-8053-45A8F44D9BD2}">
      <dgm:prSet phldrT="[Text]"/>
      <dgm:spPr/>
      <dgm:t>
        <a:bodyPr/>
        <a:lstStyle/>
        <a:p>
          <a:r>
            <a:rPr lang="en-US" dirty="0">
              <a:solidFill>
                <a:schemeClr val="accent6">
                  <a:lumMod val="60000"/>
                  <a:lumOff val="40000"/>
                </a:schemeClr>
              </a:solidFill>
            </a:rPr>
            <a:t>Linux</a:t>
          </a:r>
        </a:p>
      </dgm:t>
    </dgm:pt>
    <dgm:pt modelId="{EA775AFE-D7E8-0742-B21A-AC25EA729AC5}" type="parTrans" cxnId="{9137D147-148F-E346-AC75-68D3655E06F2}">
      <dgm:prSet/>
      <dgm:spPr/>
      <dgm:t>
        <a:bodyPr/>
        <a:lstStyle/>
        <a:p>
          <a:endParaRPr lang="en-US"/>
        </a:p>
      </dgm:t>
    </dgm:pt>
    <dgm:pt modelId="{0EADBB23-F1D2-C549-9FED-6136F0DD53FA}" type="sibTrans" cxnId="{9137D147-148F-E346-AC75-68D3655E06F2}">
      <dgm:prSet/>
      <dgm:spPr/>
      <dgm:t>
        <a:bodyPr/>
        <a:lstStyle/>
        <a:p>
          <a:endParaRPr lang="en-US"/>
        </a:p>
      </dgm:t>
    </dgm:pt>
    <dgm:pt modelId="{2BA76FF7-D816-B244-9DC9-13B89E088F8C}">
      <dgm:prSet phldrT="[Text]"/>
      <dgm:spPr/>
      <dgm:t>
        <a:bodyPr/>
        <a:lstStyle/>
        <a:p>
          <a:r>
            <a:rPr lang="en-US" dirty="0"/>
            <a:t>Provides semaphores, atomic integers, spinlocks, and reader versions. Modern Linux kernels are preemptive.</a:t>
          </a:r>
        </a:p>
      </dgm:t>
    </dgm:pt>
    <dgm:pt modelId="{B5FE4AD9-76D5-E245-997E-F26F5AFE52A7}" type="parTrans" cxnId="{AB9556F9-3E52-1542-ACA7-720C1D34DF2E}">
      <dgm:prSet/>
      <dgm:spPr/>
      <dgm:t>
        <a:bodyPr/>
        <a:lstStyle/>
        <a:p>
          <a:endParaRPr lang="en-US"/>
        </a:p>
      </dgm:t>
    </dgm:pt>
    <dgm:pt modelId="{4A0463C9-E5D6-2940-8DBC-A178FF767722}" type="sibTrans" cxnId="{AB9556F9-3E52-1542-ACA7-720C1D34DF2E}">
      <dgm:prSet/>
      <dgm:spPr/>
      <dgm:t>
        <a:bodyPr/>
        <a:lstStyle/>
        <a:p>
          <a:endParaRPr lang="en-US"/>
        </a:p>
      </dgm:t>
    </dgm:pt>
    <dgm:pt modelId="{C41D4F66-F1C7-8740-99C0-B5C461BBA1A5}" type="pres">
      <dgm:prSet presAssocID="{0C72F9EA-A38D-D940-A444-C633359D718B}" presName="Name0" presStyleCnt="0">
        <dgm:presLayoutVars>
          <dgm:dir/>
          <dgm:animLvl val="lvl"/>
          <dgm:resizeHandles val="exact"/>
        </dgm:presLayoutVars>
      </dgm:prSet>
      <dgm:spPr/>
    </dgm:pt>
    <dgm:pt modelId="{025C0AC1-94DE-324B-BC6F-DD3A39BA8F83}" type="pres">
      <dgm:prSet presAssocID="{60AAF06D-C5CE-1746-B878-B4C2C0D07DB6}" presName="composite" presStyleCnt="0"/>
      <dgm:spPr/>
    </dgm:pt>
    <dgm:pt modelId="{F1167AD8-D7A3-4445-A214-56AEDE46067B}" type="pres">
      <dgm:prSet presAssocID="{60AAF06D-C5CE-1746-B878-B4C2C0D07DB6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C96BE1D-8D58-DA44-AB3C-48D75E2C272F}" type="pres">
      <dgm:prSet presAssocID="{60AAF06D-C5CE-1746-B878-B4C2C0D07DB6}" presName="desTx" presStyleLbl="alignAccFollowNode1" presStyleIdx="0" presStyleCnt="2">
        <dgm:presLayoutVars>
          <dgm:bulletEnabled val="1"/>
        </dgm:presLayoutVars>
      </dgm:prSet>
      <dgm:spPr/>
    </dgm:pt>
    <dgm:pt modelId="{881678CD-30B9-6A43-A9DE-03FEC6855309}" type="pres">
      <dgm:prSet presAssocID="{C844E10F-42F9-1343-9DEE-D7866D0702EE}" presName="space" presStyleCnt="0"/>
      <dgm:spPr/>
    </dgm:pt>
    <dgm:pt modelId="{57855970-215A-9B48-9682-39424419DA88}" type="pres">
      <dgm:prSet presAssocID="{1613D89E-2A1A-F748-8053-45A8F44D9BD2}" presName="composite" presStyleCnt="0"/>
      <dgm:spPr/>
    </dgm:pt>
    <dgm:pt modelId="{98C229D0-E11D-7846-A329-5AE1B99559EB}" type="pres">
      <dgm:prSet presAssocID="{1613D89E-2A1A-F748-8053-45A8F44D9BD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DFEC4D5-BA12-4A41-B590-19BB5C8EA2C6}" type="pres">
      <dgm:prSet presAssocID="{1613D89E-2A1A-F748-8053-45A8F44D9BD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2227D2C-2775-F043-B9D3-708435D72EBD}" srcId="{0C72F9EA-A38D-D940-A444-C633359D718B}" destId="{60AAF06D-C5CE-1746-B878-B4C2C0D07DB6}" srcOrd="0" destOrd="0" parTransId="{86F0A7E5-AE7B-BC4F-B9FE-4F1ED0E1C87A}" sibTransId="{C844E10F-42F9-1343-9DEE-D7866D0702EE}"/>
    <dgm:cxn modelId="{6CD58D46-AA45-0349-B0A2-E4BB612AE531}" type="presOf" srcId="{3FA700DC-1CDA-194B-8DAB-574D39F7F3CA}" destId="{8C96BE1D-8D58-DA44-AB3C-48D75E2C272F}" srcOrd="0" destOrd="0" presId="urn:microsoft.com/office/officeart/2005/8/layout/hList1"/>
    <dgm:cxn modelId="{9137D147-148F-E346-AC75-68D3655E06F2}" srcId="{0C72F9EA-A38D-D940-A444-C633359D718B}" destId="{1613D89E-2A1A-F748-8053-45A8F44D9BD2}" srcOrd="1" destOrd="0" parTransId="{EA775AFE-D7E8-0742-B21A-AC25EA729AC5}" sibTransId="{0EADBB23-F1D2-C549-9FED-6136F0DD53FA}"/>
    <dgm:cxn modelId="{5777FD50-8F5A-7746-BAC2-D53108D474A1}" type="presOf" srcId="{0C72F9EA-A38D-D940-A444-C633359D718B}" destId="{C41D4F66-F1C7-8740-99C0-B5C461BBA1A5}" srcOrd="0" destOrd="0" presId="urn:microsoft.com/office/officeart/2005/8/layout/hList1"/>
    <dgm:cxn modelId="{9F94F96F-2CC6-214D-8A3A-CA37FFFB4D1C}" type="presOf" srcId="{1613D89E-2A1A-F748-8053-45A8F44D9BD2}" destId="{98C229D0-E11D-7846-A329-5AE1B99559EB}" srcOrd="0" destOrd="0" presId="urn:microsoft.com/office/officeart/2005/8/layout/hList1"/>
    <dgm:cxn modelId="{F1BBD99C-297A-E74F-A4FF-057A32C522F0}" type="presOf" srcId="{2BA76FF7-D816-B244-9DC9-13B89E088F8C}" destId="{4DFEC4D5-BA12-4A41-B590-19BB5C8EA2C6}" srcOrd="0" destOrd="0" presId="urn:microsoft.com/office/officeart/2005/8/layout/hList1"/>
    <dgm:cxn modelId="{52C1EFF5-B04A-AC45-BABC-FBC61FBB29D8}" srcId="{60AAF06D-C5CE-1746-B878-B4C2C0D07DB6}" destId="{3FA700DC-1CDA-194B-8DAB-574D39F7F3CA}" srcOrd="0" destOrd="0" parTransId="{DEB6F637-6C44-B142-985E-75D35E8FE86C}" sibTransId="{0E8A982D-CB9E-B044-BE97-92AA9AA254D8}"/>
    <dgm:cxn modelId="{AB9556F9-3E52-1542-ACA7-720C1D34DF2E}" srcId="{1613D89E-2A1A-F748-8053-45A8F44D9BD2}" destId="{2BA76FF7-D816-B244-9DC9-13B89E088F8C}" srcOrd="0" destOrd="0" parTransId="{B5FE4AD9-76D5-E245-997E-F26F5AFE52A7}" sibTransId="{4A0463C9-E5D6-2940-8DBC-A178FF767722}"/>
    <dgm:cxn modelId="{75CBD6FB-337D-704E-B32E-C6CCFEB351EC}" type="presOf" srcId="{60AAF06D-C5CE-1746-B878-B4C2C0D07DB6}" destId="{F1167AD8-D7A3-4445-A214-56AEDE46067B}" srcOrd="0" destOrd="0" presId="urn:microsoft.com/office/officeart/2005/8/layout/hList1"/>
    <dgm:cxn modelId="{5EBB7B42-01D8-E24D-8609-E46CBAC8D4E7}" type="presParOf" srcId="{C41D4F66-F1C7-8740-99C0-B5C461BBA1A5}" destId="{025C0AC1-94DE-324B-BC6F-DD3A39BA8F83}" srcOrd="0" destOrd="0" presId="urn:microsoft.com/office/officeart/2005/8/layout/hList1"/>
    <dgm:cxn modelId="{AAA81F69-25A5-D544-94BB-A43AB4BB2400}" type="presParOf" srcId="{025C0AC1-94DE-324B-BC6F-DD3A39BA8F83}" destId="{F1167AD8-D7A3-4445-A214-56AEDE46067B}" srcOrd="0" destOrd="0" presId="urn:microsoft.com/office/officeart/2005/8/layout/hList1"/>
    <dgm:cxn modelId="{B18B2DDC-0CB8-E54A-A5F3-715C9DCD79D9}" type="presParOf" srcId="{025C0AC1-94DE-324B-BC6F-DD3A39BA8F83}" destId="{8C96BE1D-8D58-DA44-AB3C-48D75E2C272F}" srcOrd="1" destOrd="0" presId="urn:microsoft.com/office/officeart/2005/8/layout/hList1"/>
    <dgm:cxn modelId="{E969F623-142C-544B-84DD-B14401616860}" type="presParOf" srcId="{C41D4F66-F1C7-8740-99C0-B5C461BBA1A5}" destId="{881678CD-30B9-6A43-A9DE-03FEC6855309}" srcOrd="1" destOrd="0" presId="urn:microsoft.com/office/officeart/2005/8/layout/hList1"/>
    <dgm:cxn modelId="{AB95F651-180C-7246-BDEC-EC61628A11F7}" type="presParOf" srcId="{C41D4F66-F1C7-8740-99C0-B5C461BBA1A5}" destId="{57855970-215A-9B48-9682-39424419DA88}" srcOrd="2" destOrd="0" presId="urn:microsoft.com/office/officeart/2005/8/layout/hList1"/>
    <dgm:cxn modelId="{9535B117-02B5-884A-8A13-D51DA10DA8F4}" type="presParOf" srcId="{57855970-215A-9B48-9682-39424419DA88}" destId="{98C229D0-E11D-7846-A329-5AE1B99559EB}" srcOrd="0" destOrd="0" presId="urn:microsoft.com/office/officeart/2005/8/layout/hList1"/>
    <dgm:cxn modelId="{C77AE902-17C3-C24A-8FE7-AA8060F0EB16}" type="presParOf" srcId="{57855970-215A-9B48-9682-39424419DA88}" destId="{4DFEC4D5-BA12-4A41-B590-19BB5C8EA2C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39BC5AA-109C-AD4F-B485-F5B1677FF327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0C8785-3C50-FC4E-9F57-2A3138139861}">
      <dgm:prSet phldrT="[Text]" custT="1"/>
      <dgm:spPr/>
      <dgm:t>
        <a:bodyPr/>
        <a:lstStyle/>
        <a:p>
          <a:r>
            <a:rPr lang="en-US" sz="2400" dirty="0">
              <a:solidFill>
                <a:schemeClr val="accent6">
                  <a:lumMod val="60000"/>
                  <a:lumOff val="40000"/>
                </a:schemeClr>
              </a:solidFill>
            </a:rPr>
            <a:t>The problem</a:t>
          </a:r>
        </a:p>
      </dgm:t>
    </dgm:pt>
    <dgm:pt modelId="{C2DEE3A2-F209-7941-8519-FDAB0FC4994D}" type="parTrans" cxnId="{4D7F0EA9-FA91-D24D-B649-A433968FF464}">
      <dgm:prSet/>
      <dgm:spPr/>
      <dgm:t>
        <a:bodyPr/>
        <a:lstStyle/>
        <a:p>
          <a:endParaRPr lang="en-US"/>
        </a:p>
      </dgm:t>
    </dgm:pt>
    <dgm:pt modelId="{C1429766-C311-2447-86EC-CA85AC62F2D4}" type="sibTrans" cxnId="{4D7F0EA9-FA91-D24D-B649-A433968FF464}">
      <dgm:prSet/>
      <dgm:spPr/>
      <dgm:t>
        <a:bodyPr/>
        <a:lstStyle/>
        <a:p>
          <a:endParaRPr lang="en-US"/>
        </a:p>
      </dgm:t>
    </dgm:pt>
    <dgm:pt modelId="{DA5DB0DD-D2CD-EE4D-BD35-C09D79A2047C}">
      <dgm:prSet phldrT="[Text]"/>
      <dgm:spPr/>
      <dgm:t>
        <a:bodyPr/>
        <a:lstStyle/>
        <a:p>
          <a:r>
            <a:rPr lang="en-US" dirty="0"/>
            <a:t>Concurrent tasks can interfere when they share resources or depend on timing and order.</a:t>
          </a:r>
        </a:p>
      </dgm:t>
    </dgm:pt>
    <dgm:pt modelId="{794BBC84-870B-554B-AD4B-F85A04269B07}" type="parTrans" cxnId="{667ECF36-E70E-284E-84BB-69374DA07EA6}">
      <dgm:prSet/>
      <dgm:spPr/>
      <dgm:t>
        <a:bodyPr/>
        <a:lstStyle/>
        <a:p>
          <a:endParaRPr lang="en-US"/>
        </a:p>
      </dgm:t>
    </dgm:pt>
    <dgm:pt modelId="{3C919C2B-671F-4C4D-A68E-C070BCE8564C}" type="sibTrans" cxnId="{667ECF36-E70E-284E-84BB-69374DA07EA6}">
      <dgm:prSet/>
      <dgm:spPr/>
      <dgm:t>
        <a:bodyPr/>
        <a:lstStyle/>
        <a:p>
          <a:endParaRPr lang="en-US"/>
        </a:p>
      </dgm:t>
    </dgm:pt>
    <dgm:pt modelId="{DA2BC336-F582-C14F-AB97-A97932D027C8}">
      <dgm:prSet phldrT="[Text]" custT="1"/>
      <dgm:spPr/>
      <dgm:t>
        <a:bodyPr/>
        <a:lstStyle/>
        <a:p>
          <a:r>
            <a:rPr lang="en-US" sz="2400" dirty="0">
              <a:solidFill>
                <a:schemeClr val="accent2">
                  <a:lumMod val="75000"/>
                </a:schemeClr>
              </a:solidFill>
            </a:rPr>
            <a:t>The classic cases</a:t>
          </a:r>
        </a:p>
      </dgm:t>
    </dgm:pt>
    <dgm:pt modelId="{BCF185C7-7B63-334B-8F3B-79A5D7D3CC55}" type="parTrans" cxnId="{94514724-8191-8043-B205-CDD9914D2299}">
      <dgm:prSet/>
      <dgm:spPr/>
      <dgm:t>
        <a:bodyPr/>
        <a:lstStyle/>
        <a:p>
          <a:endParaRPr lang="en-US"/>
        </a:p>
      </dgm:t>
    </dgm:pt>
    <dgm:pt modelId="{5FC15803-9903-5940-9BE8-1F949047B721}" type="sibTrans" cxnId="{94514724-8191-8043-B205-CDD9914D2299}">
      <dgm:prSet/>
      <dgm:spPr/>
      <dgm:t>
        <a:bodyPr/>
        <a:lstStyle/>
        <a:p>
          <a:endParaRPr lang="en-US"/>
        </a:p>
      </dgm:t>
    </dgm:pt>
    <dgm:pt modelId="{6A081160-B89E-C84D-9433-74E560B6096C}">
      <dgm:prSet phldrT="[Text]"/>
      <dgm:spPr/>
      <dgm:t>
        <a:bodyPr/>
        <a:lstStyle/>
        <a:p>
          <a:r>
            <a:rPr lang="en-US" dirty="0"/>
            <a:t>Bounded buffer, dining philosophers, and readers–writers are classic synchronization problems.</a:t>
          </a:r>
        </a:p>
      </dgm:t>
    </dgm:pt>
    <dgm:pt modelId="{95773E05-4B89-224F-A640-316F4D557E5A}" type="parTrans" cxnId="{86E15142-CC2A-5146-AC64-359C4A75013B}">
      <dgm:prSet/>
      <dgm:spPr/>
      <dgm:t>
        <a:bodyPr/>
        <a:lstStyle/>
        <a:p>
          <a:endParaRPr lang="en-US"/>
        </a:p>
      </dgm:t>
    </dgm:pt>
    <dgm:pt modelId="{D19692E4-7C7C-7F41-AE38-A4D66DDD37E8}" type="sibTrans" cxnId="{86E15142-CC2A-5146-AC64-359C4A75013B}">
      <dgm:prSet/>
      <dgm:spPr/>
      <dgm:t>
        <a:bodyPr/>
        <a:lstStyle/>
        <a:p>
          <a:endParaRPr lang="en-US"/>
        </a:p>
      </dgm:t>
    </dgm:pt>
    <dgm:pt modelId="{26919DEB-9C42-2243-8C9D-B7B556C0D850}">
      <dgm:prSet phldrT="[Text]" custT="1"/>
      <dgm:spPr/>
      <dgm:t>
        <a:bodyPr/>
        <a:lstStyle/>
        <a:p>
          <a:r>
            <a:rPr lang="en-US" sz="2400" dirty="0">
              <a:solidFill>
                <a:schemeClr val="accent5">
                  <a:lumMod val="60000"/>
                  <a:lumOff val="40000"/>
                </a:schemeClr>
              </a:solidFill>
            </a:rPr>
            <a:t>The</a:t>
          </a:r>
          <a:r>
            <a:rPr lang="en-US" sz="2400" baseline="0" dirty="0">
              <a:solidFill>
                <a:schemeClr val="accent5">
                  <a:lumMod val="60000"/>
                  <a:lumOff val="40000"/>
                </a:schemeClr>
              </a:solidFill>
            </a:rPr>
            <a:t> solution</a:t>
          </a:r>
          <a:endParaRPr lang="en-US" sz="2400" dirty="0">
            <a:solidFill>
              <a:schemeClr val="accent5">
                <a:lumMod val="60000"/>
                <a:lumOff val="40000"/>
              </a:schemeClr>
            </a:solidFill>
          </a:endParaRPr>
        </a:p>
      </dgm:t>
    </dgm:pt>
    <dgm:pt modelId="{C27E1F79-2B7B-2940-A605-373A3A5FDDAB}" type="parTrans" cxnId="{CD5FB076-8CE8-7D40-AAED-DE6BF4FBF89C}">
      <dgm:prSet/>
      <dgm:spPr/>
      <dgm:t>
        <a:bodyPr/>
        <a:lstStyle/>
        <a:p>
          <a:endParaRPr lang="en-US"/>
        </a:p>
      </dgm:t>
    </dgm:pt>
    <dgm:pt modelId="{C5710A0B-28C0-9D49-9EE0-8D0BBF1641B7}" type="sibTrans" cxnId="{CD5FB076-8CE8-7D40-AAED-DE6BF4FBF89C}">
      <dgm:prSet/>
      <dgm:spPr/>
      <dgm:t>
        <a:bodyPr/>
        <a:lstStyle/>
        <a:p>
          <a:endParaRPr lang="en-US"/>
        </a:p>
      </dgm:t>
    </dgm:pt>
    <dgm:pt modelId="{84F1173F-D067-C043-BC2F-84B1082ABB2E}">
      <dgm:prSet phldrT="[Text]"/>
      <dgm:spPr/>
      <dgm:t>
        <a:bodyPr/>
        <a:lstStyle/>
        <a:p>
          <a:r>
            <a:rPr lang="en-US" dirty="0"/>
            <a:t>Linux and Windows provide mutexes, semaphores and condition/signaling mechanisms, plus OS-specific tools.</a:t>
          </a:r>
        </a:p>
      </dgm:t>
    </dgm:pt>
    <dgm:pt modelId="{6FF58036-03B6-8C4F-89FC-258EFC39A113}" type="parTrans" cxnId="{1E0E9A1C-0171-F94E-B35C-0F71991F33DF}">
      <dgm:prSet/>
      <dgm:spPr/>
      <dgm:t>
        <a:bodyPr/>
        <a:lstStyle/>
        <a:p>
          <a:endParaRPr lang="en-US"/>
        </a:p>
      </dgm:t>
    </dgm:pt>
    <dgm:pt modelId="{7E813E9F-EE09-9E4B-B393-0E4A3C12F35C}" type="sibTrans" cxnId="{1E0E9A1C-0171-F94E-B35C-0F71991F33DF}">
      <dgm:prSet/>
      <dgm:spPr/>
      <dgm:t>
        <a:bodyPr/>
        <a:lstStyle/>
        <a:p>
          <a:endParaRPr lang="en-US"/>
        </a:p>
      </dgm:t>
    </dgm:pt>
    <dgm:pt modelId="{D63AB8BA-2538-6344-9B40-E03BB6CC20BD}" type="pres">
      <dgm:prSet presAssocID="{339BC5AA-109C-AD4F-B485-F5B1677FF327}" presName="Name0" presStyleCnt="0">
        <dgm:presLayoutVars>
          <dgm:dir/>
          <dgm:animLvl val="lvl"/>
          <dgm:resizeHandles val="exact"/>
        </dgm:presLayoutVars>
      </dgm:prSet>
      <dgm:spPr/>
    </dgm:pt>
    <dgm:pt modelId="{29D109D9-F639-B445-8E61-578E8AF2C088}" type="pres">
      <dgm:prSet presAssocID="{690C8785-3C50-FC4E-9F57-2A3138139861}" presName="composite" presStyleCnt="0"/>
      <dgm:spPr/>
    </dgm:pt>
    <dgm:pt modelId="{A95120FD-F787-A040-88CD-92E6B392F729}" type="pres">
      <dgm:prSet presAssocID="{690C8785-3C50-FC4E-9F57-2A313813986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0FAC848-2020-7E44-B112-7DACDF0F6817}" type="pres">
      <dgm:prSet presAssocID="{690C8785-3C50-FC4E-9F57-2A3138139861}" presName="desTx" presStyleLbl="alignAccFollowNode1" presStyleIdx="0" presStyleCnt="3">
        <dgm:presLayoutVars>
          <dgm:bulletEnabled val="1"/>
        </dgm:presLayoutVars>
      </dgm:prSet>
      <dgm:spPr/>
    </dgm:pt>
    <dgm:pt modelId="{8CEEFBBD-1DDC-1D46-B828-613A74B5F958}" type="pres">
      <dgm:prSet presAssocID="{C1429766-C311-2447-86EC-CA85AC62F2D4}" presName="space" presStyleCnt="0"/>
      <dgm:spPr/>
    </dgm:pt>
    <dgm:pt modelId="{252C5499-0486-EE4B-9222-8228C5DDCE10}" type="pres">
      <dgm:prSet presAssocID="{DA2BC336-F582-C14F-AB97-A97932D027C8}" presName="composite" presStyleCnt="0"/>
      <dgm:spPr/>
    </dgm:pt>
    <dgm:pt modelId="{775005B9-7FEB-D542-BBD5-6BD92453B0B0}" type="pres">
      <dgm:prSet presAssocID="{DA2BC336-F582-C14F-AB97-A97932D027C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AAD9665-7CAC-C348-A58A-C0AAB7FDD5C8}" type="pres">
      <dgm:prSet presAssocID="{DA2BC336-F582-C14F-AB97-A97932D027C8}" presName="desTx" presStyleLbl="alignAccFollowNode1" presStyleIdx="1" presStyleCnt="3">
        <dgm:presLayoutVars>
          <dgm:bulletEnabled val="1"/>
        </dgm:presLayoutVars>
      </dgm:prSet>
      <dgm:spPr/>
    </dgm:pt>
    <dgm:pt modelId="{08BFC871-F0CA-3E46-B290-4E84FFD3EF7D}" type="pres">
      <dgm:prSet presAssocID="{5FC15803-9903-5940-9BE8-1F949047B721}" presName="space" presStyleCnt="0"/>
      <dgm:spPr/>
    </dgm:pt>
    <dgm:pt modelId="{FC048C9E-867A-674E-8C8A-D098145D21AE}" type="pres">
      <dgm:prSet presAssocID="{26919DEB-9C42-2243-8C9D-B7B556C0D850}" presName="composite" presStyleCnt="0"/>
      <dgm:spPr/>
    </dgm:pt>
    <dgm:pt modelId="{A815F62A-DF75-CA42-8E25-BB8A258324A3}" type="pres">
      <dgm:prSet presAssocID="{26919DEB-9C42-2243-8C9D-B7B556C0D85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8B4C62D-0237-F544-8C8E-50A965D467CE}" type="pres">
      <dgm:prSet presAssocID="{26919DEB-9C42-2243-8C9D-B7B556C0D85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E0E9A1C-0171-F94E-B35C-0F71991F33DF}" srcId="{26919DEB-9C42-2243-8C9D-B7B556C0D850}" destId="{84F1173F-D067-C043-BC2F-84B1082ABB2E}" srcOrd="0" destOrd="0" parTransId="{6FF58036-03B6-8C4F-89FC-258EFC39A113}" sibTransId="{7E813E9F-EE09-9E4B-B393-0E4A3C12F35C}"/>
    <dgm:cxn modelId="{94514724-8191-8043-B205-CDD9914D2299}" srcId="{339BC5AA-109C-AD4F-B485-F5B1677FF327}" destId="{DA2BC336-F582-C14F-AB97-A97932D027C8}" srcOrd="1" destOrd="0" parTransId="{BCF185C7-7B63-334B-8F3B-79A5D7D3CC55}" sibTransId="{5FC15803-9903-5940-9BE8-1F949047B721}"/>
    <dgm:cxn modelId="{667ECF36-E70E-284E-84BB-69374DA07EA6}" srcId="{690C8785-3C50-FC4E-9F57-2A3138139861}" destId="{DA5DB0DD-D2CD-EE4D-BD35-C09D79A2047C}" srcOrd="0" destOrd="0" parTransId="{794BBC84-870B-554B-AD4B-F85A04269B07}" sibTransId="{3C919C2B-671F-4C4D-A68E-C070BCE8564C}"/>
    <dgm:cxn modelId="{0458223F-204F-1B47-A51E-791516AD35B0}" type="presOf" srcId="{DA2BC336-F582-C14F-AB97-A97932D027C8}" destId="{775005B9-7FEB-D542-BBD5-6BD92453B0B0}" srcOrd="0" destOrd="0" presId="urn:microsoft.com/office/officeart/2005/8/layout/hList1"/>
    <dgm:cxn modelId="{86E15142-CC2A-5146-AC64-359C4A75013B}" srcId="{DA2BC336-F582-C14F-AB97-A97932D027C8}" destId="{6A081160-B89E-C84D-9433-74E560B6096C}" srcOrd="0" destOrd="0" parTransId="{95773E05-4B89-224F-A640-316F4D557E5A}" sibTransId="{D19692E4-7C7C-7F41-AE38-A4D66DDD37E8}"/>
    <dgm:cxn modelId="{5824444C-009A-D34C-95C3-129013ED4857}" type="presOf" srcId="{DA5DB0DD-D2CD-EE4D-BD35-C09D79A2047C}" destId="{80FAC848-2020-7E44-B112-7DACDF0F6817}" srcOrd="0" destOrd="0" presId="urn:microsoft.com/office/officeart/2005/8/layout/hList1"/>
    <dgm:cxn modelId="{CD5FB076-8CE8-7D40-AAED-DE6BF4FBF89C}" srcId="{339BC5AA-109C-AD4F-B485-F5B1677FF327}" destId="{26919DEB-9C42-2243-8C9D-B7B556C0D850}" srcOrd="2" destOrd="0" parTransId="{C27E1F79-2B7B-2940-A605-373A3A5FDDAB}" sibTransId="{C5710A0B-28C0-9D49-9EE0-8D0BBF1641B7}"/>
    <dgm:cxn modelId="{4299EA80-43C3-D64E-9EA0-0A5323E3C87C}" type="presOf" srcId="{26919DEB-9C42-2243-8C9D-B7B556C0D850}" destId="{A815F62A-DF75-CA42-8E25-BB8A258324A3}" srcOrd="0" destOrd="0" presId="urn:microsoft.com/office/officeart/2005/8/layout/hList1"/>
    <dgm:cxn modelId="{4D7F0EA9-FA91-D24D-B649-A433968FF464}" srcId="{339BC5AA-109C-AD4F-B485-F5B1677FF327}" destId="{690C8785-3C50-FC4E-9F57-2A3138139861}" srcOrd="0" destOrd="0" parTransId="{C2DEE3A2-F209-7941-8519-FDAB0FC4994D}" sibTransId="{C1429766-C311-2447-86EC-CA85AC62F2D4}"/>
    <dgm:cxn modelId="{D3FD3DAD-3443-D541-9857-61923F09519A}" type="presOf" srcId="{690C8785-3C50-FC4E-9F57-2A3138139861}" destId="{A95120FD-F787-A040-88CD-92E6B392F729}" srcOrd="0" destOrd="0" presId="urn:microsoft.com/office/officeart/2005/8/layout/hList1"/>
    <dgm:cxn modelId="{82E3B5C9-4237-E942-91DE-E123EB6B61F1}" type="presOf" srcId="{6A081160-B89E-C84D-9433-74E560B6096C}" destId="{AAAD9665-7CAC-C348-A58A-C0AAB7FDD5C8}" srcOrd="0" destOrd="0" presId="urn:microsoft.com/office/officeart/2005/8/layout/hList1"/>
    <dgm:cxn modelId="{B8B60BE2-AA8B-2543-87A1-6B1D71E198EE}" type="presOf" srcId="{339BC5AA-109C-AD4F-B485-F5B1677FF327}" destId="{D63AB8BA-2538-6344-9B40-E03BB6CC20BD}" srcOrd="0" destOrd="0" presId="urn:microsoft.com/office/officeart/2005/8/layout/hList1"/>
    <dgm:cxn modelId="{6BF2B5EE-1B70-1249-9EBB-4E07006143E6}" type="presOf" srcId="{84F1173F-D067-C043-BC2F-84B1082ABB2E}" destId="{18B4C62D-0237-F544-8C8E-50A965D467CE}" srcOrd="0" destOrd="0" presId="urn:microsoft.com/office/officeart/2005/8/layout/hList1"/>
    <dgm:cxn modelId="{D5817DA0-E0C7-FA44-AE1E-2A22050019D0}" type="presParOf" srcId="{D63AB8BA-2538-6344-9B40-E03BB6CC20BD}" destId="{29D109D9-F639-B445-8E61-578E8AF2C088}" srcOrd="0" destOrd="0" presId="urn:microsoft.com/office/officeart/2005/8/layout/hList1"/>
    <dgm:cxn modelId="{85F14932-CC9B-D34C-A039-A44919509435}" type="presParOf" srcId="{29D109D9-F639-B445-8E61-578E8AF2C088}" destId="{A95120FD-F787-A040-88CD-92E6B392F729}" srcOrd="0" destOrd="0" presId="urn:microsoft.com/office/officeart/2005/8/layout/hList1"/>
    <dgm:cxn modelId="{D77C45EC-4475-FC45-9130-6DAB51CEE166}" type="presParOf" srcId="{29D109D9-F639-B445-8E61-578E8AF2C088}" destId="{80FAC848-2020-7E44-B112-7DACDF0F6817}" srcOrd="1" destOrd="0" presId="urn:microsoft.com/office/officeart/2005/8/layout/hList1"/>
    <dgm:cxn modelId="{2FC60627-7B38-384A-872B-0772373AFF4A}" type="presParOf" srcId="{D63AB8BA-2538-6344-9B40-E03BB6CC20BD}" destId="{8CEEFBBD-1DDC-1D46-B828-613A74B5F958}" srcOrd="1" destOrd="0" presId="urn:microsoft.com/office/officeart/2005/8/layout/hList1"/>
    <dgm:cxn modelId="{D57E60CB-31AC-1043-85AC-A380CB762D29}" type="presParOf" srcId="{D63AB8BA-2538-6344-9B40-E03BB6CC20BD}" destId="{252C5499-0486-EE4B-9222-8228C5DDCE10}" srcOrd="2" destOrd="0" presId="urn:microsoft.com/office/officeart/2005/8/layout/hList1"/>
    <dgm:cxn modelId="{5BB6EA74-90E1-7540-B2BF-C582EA42ADC3}" type="presParOf" srcId="{252C5499-0486-EE4B-9222-8228C5DDCE10}" destId="{775005B9-7FEB-D542-BBD5-6BD92453B0B0}" srcOrd="0" destOrd="0" presId="urn:microsoft.com/office/officeart/2005/8/layout/hList1"/>
    <dgm:cxn modelId="{73CF7E41-7379-9242-A32C-57521A3ED82A}" type="presParOf" srcId="{252C5499-0486-EE4B-9222-8228C5DDCE10}" destId="{AAAD9665-7CAC-C348-A58A-C0AAB7FDD5C8}" srcOrd="1" destOrd="0" presId="urn:microsoft.com/office/officeart/2005/8/layout/hList1"/>
    <dgm:cxn modelId="{50D83596-E47C-C74F-A41D-52D4B50ED18C}" type="presParOf" srcId="{D63AB8BA-2538-6344-9B40-E03BB6CC20BD}" destId="{08BFC871-F0CA-3E46-B290-4E84FFD3EF7D}" srcOrd="3" destOrd="0" presId="urn:microsoft.com/office/officeart/2005/8/layout/hList1"/>
    <dgm:cxn modelId="{14549FA7-19ED-2646-B409-37CA65FAE418}" type="presParOf" srcId="{D63AB8BA-2538-6344-9B40-E03BB6CC20BD}" destId="{FC048C9E-867A-674E-8C8A-D098145D21AE}" srcOrd="4" destOrd="0" presId="urn:microsoft.com/office/officeart/2005/8/layout/hList1"/>
    <dgm:cxn modelId="{E92A614D-BAD7-1B4B-98F4-E39B88B12D96}" type="presParOf" srcId="{FC048C9E-867A-674E-8C8A-D098145D21AE}" destId="{A815F62A-DF75-CA42-8E25-BB8A258324A3}" srcOrd="0" destOrd="0" presId="urn:microsoft.com/office/officeart/2005/8/layout/hList1"/>
    <dgm:cxn modelId="{0EFAB198-FEDC-1D4B-B555-A156A1BC6B01}" type="presParOf" srcId="{FC048C9E-867A-674E-8C8A-D098145D21AE}" destId="{18B4C62D-0237-F544-8C8E-50A965D467C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F56090-C25E-C54B-B3F7-662712711EF0}">
      <dsp:nvSpPr>
        <dsp:cNvPr id="0" name=""/>
        <dsp:cNvSpPr/>
      </dsp:nvSpPr>
      <dsp:spPr>
        <a:xfrm>
          <a:off x="1931111" y="696314"/>
          <a:ext cx="122562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02D81-A98A-0F4D-9F12-9E9C7B735E80}">
      <dsp:nvSpPr>
        <dsp:cNvPr id="0" name=""/>
        <dsp:cNvSpPr/>
      </dsp:nvSpPr>
      <dsp:spPr>
        <a:xfrm>
          <a:off x="3051680" y="553391"/>
          <a:ext cx="161081" cy="301366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591" tIns="165100" rIns="55591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Starting balance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P100</a:t>
          </a:r>
        </a:p>
      </dsp:txBody>
      <dsp:txXfrm>
        <a:off x="232205" y="1918120"/>
        <a:ext cx="3047635" cy="1670836"/>
      </dsp:txXfrm>
    </dsp:sp>
    <dsp:sp modelId="{42BD76D9-B2AD-394E-9C54-45ACFA86CC33}">
      <dsp:nvSpPr>
        <dsp:cNvPr id="0" name=""/>
        <dsp:cNvSpPr/>
      </dsp:nvSpPr>
      <dsp:spPr>
        <a:xfrm>
          <a:off x="1245546" y="185873"/>
          <a:ext cx="1020953" cy="10209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619" tIns="39619" rIns="39619" bIns="39619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500" kern="1200"/>
            <a:t>1</a:t>
          </a:r>
        </a:p>
      </dsp:txBody>
      <dsp:txXfrm>
        <a:off x="1395061" y="335388"/>
        <a:ext cx="721923" cy="721923"/>
      </dsp:txXfrm>
    </dsp:sp>
    <dsp:sp modelId="{A58B0936-54B9-214E-B878-E4142907AC9B}">
      <dsp:nvSpPr>
        <dsp:cNvPr id="0" name=""/>
        <dsp:cNvSpPr/>
      </dsp:nvSpPr>
      <dsp:spPr>
        <a:xfrm>
          <a:off x="1755987" y="1278544"/>
          <a:ext cx="72" cy="5859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8FB23-5F74-5143-BF85-FC26021A036F}">
      <dsp:nvSpPr>
        <dsp:cNvPr id="0" name=""/>
        <dsp:cNvSpPr/>
      </dsp:nvSpPr>
      <dsp:spPr>
        <a:xfrm>
          <a:off x="180223" y="1866138"/>
          <a:ext cx="3151599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591" tIns="165100" rIns="55591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Starting balance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P100</a:t>
          </a:r>
        </a:p>
      </dsp:txBody>
      <dsp:txXfrm>
        <a:off x="232205" y="1918120"/>
        <a:ext cx="3047635" cy="1670836"/>
      </dsp:txXfrm>
    </dsp:sp>
    <dsp:sp modelId="{A735118B-7AB0-0A4B-9637-2A0765DEEFD0}">
      <dsp:nvSpPr>
        <dsp:cNvPr id="0" name=""/>
        <dsp:cNvSpPr/>
      </dsp:nvSpPr>
      <dsp:spPr>
        <a:xfrm>
          <a:off x="3506911" y="695527"/>
          <a:ext cx="3151599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E4715-571D-5142-A73A-482153A5ACE5}">
      <dsp:nvSpPr>
        <dsp:cNvPr id="0" name=""/>
        <dsp:cNvSpPr/>
      </dsp:nvSpPr>
      <dsp:spPr>
        <a:xfrm>
          <a:off x="6553457" y="552604"/>
          <a:ext cx="161081" cy="302087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591" tIns="165100" rIns="55591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accent2">
                  <a:lumMod val="75000"/>
                </a:schemeClr>
              </a:solidFill>
            </a:rPr>
            <a:t>Process A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Reads P100, adds P50&gt; expects P150</a:t>
          </a:r>
        </a:p>
      </dsp:txBody>
      <dsp:txXfrm>
        <a:off x="3733982" y="1918120"/>
        <a:ext cx="3047635" cy="1670836"/>
      </dsp:txXfrm>
    </dsp:sp>
    <dsp:sp modelId="{94FBA9FB-2A72-A14E-95D6-32E5298E0907}">
      <dsp:nvSpPr>
        <dsp:cNvPr id="0" name=""/>
        <dsp:cNvSpPr/>
      </dsp:nvSpPr>
      <dsp:spPr>
        <a:xfrm>
          <a:off x="4747323" y="170333"/>
          <a:ext cx="1020953" cy="10209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619" tIns="39619" rIns="39619" bIns="39619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500" kern="1200"/>
            <a:t>2</a:t>
          </a:r>
        </a:p>
      </dsp:txBody>
      <dsp:txXfrm>
        <a:off x="4896838" y="319848"/>
        <a:ext cx="721923" cy="721923"/>
      </dsp:txXfrm>
    </dsp:sp>
    <dsp:sp modelId="{FCEC6EEB-6165-2C45-8110-5C6258920134}">
      <dsp:nvSpPr>
        <dsp:cNvPr id="0" name=""/>
        <dsp:cNvSpPr/>
      </dsp:nvSpPr>
      <dsp:spPr>
        <a:xfrm>
          <a:off x="5257764" y="1277929"/>
          <a:ext cx="72" cy="5873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0939D-9E24-924B-8FB9-6A9039A3FFC4}">
      <dsp:nvSpPr>
        <dsp:cNvPr id="0" name=""/>
        <dsp:cNvSpPr/>
      </dsp:nvSpPr>
      <dsp:spPr>
        <a:xfrm>
          <a:off x="3682000" y="1866138"/>
          <a:ext cx="3151599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591" tIns="165100" rIns="55591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accent2">
                  <a:lumMod val="75000"/>
                </a:schemeClr>
              </a:solidFill>
            </a:rPr>
            <a:t>Process A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Reads P100, adds P50&gt; expects P150</a:t>
          </a:r>
        </a:p>
      </dsp:txBody>
      <dsp:txXfrm>
        <a:off x="3733982" y="1918120"/>
        <a:ext cx="3047635" cy="1670836"/>
      </dsp:txXfrm>
    </dsp:sp>
    <dsp:sp modelId="{1EA03CE9-2922-4B48-B75F-899A4CE06E9A}">
      <dsp:nvSpPr>
        <dsp:cNvPr id="0" name=""/>
        <dsp:cNvSpPr/>
      </dsp:nvSpPr>
      <dsp:spPr>
        <a:xfrm>
          <a:off x="7008688" y="694710"/>
          <a:ext cx="1750888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67C1A-C476-6942-BB12-5F7E717785E0}">
      <dsp:nvSpPr>
        <dsp:cNvPr id="0" name=""/>
        <dsp:cNvSpPr/>
      </dsp:nvSpPr>
      <dsp:spPr>
        <a:xfrm>
          <a:off x="8249100" y="184270"/>
          <a:ext cx="1020953" cy="10209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619" tIns="39619" rIns="39619" bIns="39619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500" kern="1200"/>
            <a:t>3</a:t>
          </a:r>
        </a:p>
      </dsp:txBody>
      <dsp:txXfrm>
        <a:off x="8398615" y="333785"/>
        <a:ext cx="721923" cy="721923"/>
      </dsp:txXfrm>
    </dsp:sp>
    <dsp:sp modelId="{3E7F3B56-219F-5F42-96BF-26F183C3AB7E}">
      <dsp:nvSpPr>
        <dsp:cNvPr id="0" name=""/>
        <dsp:cNvSpPr/>
      </dsp:nvSpPr>
      <dsp:spPr>
        <a:xfrm>
          <a:off x="8759540" y="1277179"/>
          <a:ext cx="72" cy="5879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D4523-42DF-584D-B514-EE3D407AE4BD}">
      <dsp:nvSpPr>
        <dsp:cNvPr id="0" name=""/>
        <dsp:cNvSpPr/>
      </dsp:nvSpPr>
      <dsp:spPr>
        <a:xfrm>
          <a:off x="7183777" y="1865122"/>
          <a:ext cx="3151599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591" tIns="165100" rIns="55591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accent3"/>
              </a:solidFill>
            </a:rPr>
            <a:t>Process B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Reads P100, adds P20&gt; expects P120</a:t>
          </a:r>
        </a:p>
      </dsp:txBody>
      <dsp:txXfrm>
        <a:off x="7235759" y="1917104"/>
        <a:ext cx="3047635" cy="16708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20ACF-0CDE-2D43-B341-30B0B352B607}">
      <dsp:nvSpPr>
        <dsp:cNvPr id="0" name=""/>
        <dsp:cNvSpPr/>
      </dsp:nvSpPr>
      <dsp:spPr>
        <a:xfrm>
          <a:off x="3286" y="107474"/>
          <a:ext cx="3203971" cy="12815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00"/>
              </a:solidFill>
            </a:rPr>
            <a:t>1. Mutual exclusion</a:t>
          </a:r>
        </a:p>
      </dsp:txBody>
      <dsp:txXfrm>
        <a:off x="3286" y="107474"/>
        <a:ext cx="3203971" cy="1281588"/>
      </dsp:txXfrm>
    </dsp:sp>
    <dsp:sp modelId="{91AEF2BA-0B4B-8844-A7AC-F6FAD4D36873}">
      <dsp:nvSpPr>
        <dsp:cNvPr id="0" name=""/>
        <dsp:cNvSpPr/>
      </dsp:nvSpPr>
      <dsp:spPr>
        <a:xfrm>
          <a:off x="0" y="1433112"/>
          <a:ext cx="3203971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Only one process at a time can enter the protected section.</a:t>
          </a:r>
        </a:p>
      </dsp:txBody>
      <dsp:txXfrm>
        <a:off x="0" y="1433112"/>
        <a:ext cx="3203971" cy="2854800"/>
      </dsp:txXfrm>
    </dsp:sp>
    <dsp:sp modelId="{30DE7650-9025-124B-BB2F-3FD7E6E047E1}">
      <dsp:nvSpPr>
        <dsp:cNvPr id="0" name=""/>
        <dsp:cNvSpPr/>
      </dsp:nvSpPr>
      <dsp:spPr>
        <a:xfrm>
          <a:off x="3655814" y="107474"/>
          <a:ext cx="3203971" cy="12815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2. Progress</a:t>
          </a:r>
        </a:p>
      </dsp:txBody>
      <dsp:txXfrm>
        <a:off x="3655814" y="107474"/>
        <a:ext cx="3203971" cy="1281588"/>
      </dsp:txXfrm>
    </dsp:sp>
    <dsp:sp modelId="{478D5B89-F0B3-604D-BED0-0FAF32ED0C92}">
      <dsp:nvSpPr>
        <dsp:cNvPr id="0" name=""/>
        <dsp:cNvSpPr/>
      </dsp:nvSpPr>
      <dsp:spPr>
        <a:xfrm>
          <a:off x="3655814" y="1389063"/>
          <a:ext cx="3203971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If nobody is inside, a process that wants to enter should not be delayed forever.</a:t>
          </a:r>
        </a:p>
      </dsp:txBody>
      <dsp:txXfrm>
        <a:off x="3655814" y="1389063"/>
        <a:ext cx="3203971" cy="2854800"/>
      </dsp:txXfrm>
    </dsp:sp>
    <dsp:sp modelId="{D907E208-C100-B444-8A04-97331FB7C57E}">
      <dsp:nvSpPr>
        <dsp:cNvPr id="0" name=""/>
        <dsp:cNvSpPr/>
      </dsp:nvSpPr>
      <dsp:spPr>
        <a:xfrm>
          <a:off x="7308341" y="107474"/>
          <a:ext cx="3203971" cy="12815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3. Bounded Waiting</a:t>
          </a:r>
        </a:p>
      </dsp:txBody>
      <dsp:txXfrm>
        <a:off x="7308341" y="107474"/>
        <a:ext cx="3203971" cy="1281588"/>
      </dsp:txXfrm>
    </dsp:sp>
    <dsp:sp modelId="{6362DEC7-0157-344D-82D7-BFDE31BE381D}">
      <dsp:nvSpPr>
        <dsp:cNvPr id="0" name=""/>
        <dsp:cNvSpPr/>
      </dsp:nvSpPr>
      <dsp:spPr>
        <a:xfrm>
          <a:off x="7308341" y="1389063"/>
          <a:ext cx="3203971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 process should not be overtaken endlessly while waiting for its turn.</a:t>
          </a:r>
        </a:p>
      </dsp:txBody>
      <dsp:txXfrm>
        <a:off x="7308341" y="1389063"/>
        <a:ext cx="3203971" cy="28548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1A257C-D0FA-E747-B953-93B7FBFCCC7C}">
      <dsp:nvSpPr>
        <dsp:cNvPr id="0" name=""/>
        <dsp:cNvSpPr/>
      </dsp:nvSpPr>
      <dsp:spPr>
        <a:xfrm>
          <a:off x="0" y="538725"/>
          <a:ext cx="81280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Acquire()</a:t>
          </a:r>
        </a:p>
      </dsp:txBody>
      <dsp:txXfrm>
        <a:off x="59399" y="598124"/>
        <a:ext cx="8009202" cy="1098002"/>
      </dsp:txXfrm>
    </dsp:sp>
    <dsp:sp modelId="{4A27E062-C8A4-A744-89F5-E37EF3BC1C8B}">
      <dsp:nvSpPr>
        <dsp:cNvPr id="0" name=""/>
        <dsp:cNvSpPr/>
      </dsp:nvSpPr>
      <dsp:spPr>
        <a:xfrm>
          <a:off x="0" y="1740542"/>
          <a:ext cx="81280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 process takes the lock before entering the critical section. If it is already taken, another process must wait.</a:t>
          </a:r>
        </a:p>
      </dsp:txBody>
      <dsp:txXfrm>
        <a:off x="0" y="1740542"/>
        <a:ext cx="8128000" cy="1076400"/>
      </dsp:txXfrm>
    </dsp:sp>
    <dsp:sp modelId="{89B47800-28A9-0A45-9246-085767954C2E}">
      <dsp:nvSpPr>
        <dsp:cNvPr id="0" name=""/>
        <dsp:cNvSpPr/>
      </dsp:nvSpPr>
      <dsp:spPr>
        <a:xfrm>
          <a:off x="0" y="2816941"/>
          <a:ext cx="81280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2"/>
              </a:solidFill>
            </a:rPr>
            <a:t>Release()</a:t>
          </a:r>
        </a:p>
      </dsp:txBody>
      <dsp:txXfrm>
        <a:off x="59399" y="2876340"/>
        <a:ext cx="8009202" cy="1098002"/>
      </dsp:txXfrm>
    </dsp:sp>
    <dsp:sp modelId="{5C213394-12B2-FC46-B405-A7918A6F3190}">
      <dsp:nvSpPr>
        <dsp:cNvPr id="0" name=""/>
        <dsp:cNvSpPr/>
      </dsp:nvSpPr>
      <dsp:spPr>
        <a:xfrm>
          <a:off x="0" y="4033742"/>
          <a:ext cx="81280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When finished, the process releases the lock so another process can enter.</a:t>
          </a:r>
        </a:p>
      </dsp:txBody>
      <dsp:txXfrm>
        <a:off x="0" y="4033742"/>
        <a:ext cx="8128000" cy="1076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14F6F-5123-C34D-B557-14F0DBAF054C}">
      <dsp:nvSpPr>
        <dsp:cNvPr id="0" name=""/>
        <dsp:cNvSpPr/>
      </dsp:nvSpPr>
      <dsp:spPr>
        <a:xfrm>
          <a:off x="2302656" y="427803"/>
          <a:ext cx="805807" cy="205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4552B-5458-5E40-B382-4757654E2CDD}">
      <dsp:nvSpPr>
        <dsp:cNvPr id="0" name=""/>
        <dsp:cNvSpPr/>
      </dsp:nvSpPr>
      <dsp:spPr>
        <a:xfrm>
          <a:off x="2302656" y="570048"/>
          <a:ext cx="3662762" cy="382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rgbClr val="FFFF00"/>
              </a:solidFill>
            </a:rPr>
            <a:t>Waits(s)</a:t>
          </a:r>
        </a:p>
      </dsp:txBody>
      <dsp:txXfrm>
        <a:off x="2302656" y="570048"/>
        <a:ext cx="3662762" cy="382174"/>
      </dsp:txXfrm>
    </dsp:sp>
    <dsp:sp modelId="{F491615D-3F98-D648-B924-050DEF1C77BA}">
      <dsp:nvSpPr>
        <dsp:cNvPr id="0" name=""/>
        <dsp:cNvSpPr/>
      </dsp:nvSpPr>
      <dsp:spPr>
        <a:xfrm>
          <a:off x="2302656" y="952222"/>
          <a:ext cx="3662762" cy="1189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Try to take a permit. If the value is not available, the process must wait.</a:t>
          </a:r>
        </a:p>
      </dsp:txBody>
      <dsp:txXfrm>
        <a:off x="2302656" y="952222"/>
        <a:ext cx="3662762" cy="1189366"/>
      </dsp:txXfrm>
    </dsp:sp>
    <dsp:sp modelId="{544D5CDB-01AF-A44A-84A1-88E3BC8B0B7F}">
      <dsp:nvSpPr>
        <dsp:cNvPr id="0" name=""/>
        <dsp:cNvSpPr/>
      </dsp:nvSpPr>
      <dsp:spPr>
        <a:xfrm>
          <a:off x="6243788" y="427803"/>
          <a:ext cx="805807" cy="205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9A44F4-582E-A643-A3C3-699D362C5098}">
      <dsp:nvSpPr>
        <dsp:cNvPr id="0" name=""/>
        <dsp:cNvSpPr/>
      </dsp:nvSpPr>
      <dsp:spPr>
        <a:xfrm>
          <a:off x="6243788" y="570048"/>
          <a:ext cx="3662762" cy="382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accent2">
                  <a:lumMod val="75000"/>
                </a:schemeClr>
              </a:solidFill>
            </a:rPr>
            <a:t>Signals(S)</a:t>
          </a:r>
        </a:p>
      </dsp:txBody>
      <dsp:txXfrm>
        <a:off x="6243788" y="570048"/>
        <a:ext cx="3662762" cy="382174"/>
      </dsp:txXfrm>
    </dsp:sp>
    <dsp:sp modelId="{53883026-BF64-1445-8D4B-14CC922E7F25}">
      <dsp:nvSpPr>
        <dsp:cNvPr id="0" name=""/>
        <dsp:cNvSpPr/>
      </dsp:nvSpPr>
      <dsp:spPr>
        <a:xfrm>
          <a:off x="6243788" y="952222"/>
          <a:ext cx="3662762" cy="1189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Return a permit or notify that a resource has become available.</a:t>
          </a:r>
        </a:p>
      </dsp:txBody>
      <dsp:txXfrm>
        <a:off x="6243788" y="952222"/>
        <a:ext cx="3662762" cy="11893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C79E60-E0A2-2445-87EC-62A444CA64B5}">
      <dsp:nvSpPr>
        <dsp:cNvPr id="0" name=""/>
        <dsp:cNvSpPr/>
      </dsp:nvSpPr>
      <dsp:spPr>
        <a:xfrm>
          <a:off x="0" y="38832"/>
          <a:ext cx="10515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2">
                  <a:lumMod val="75000"/>
                </a:schemeClr>
              </a:solidFill>
            </a:rPr>
            <a:t>Monitor</a:t>
          </a:r>
        </a:p>
      </dsp:txBody>
      <dsp:txXfrm>
        <a:off x="55744" y="94576"/>
        <a:ext cx="10404112" cy="1030432"/>
      </dsp:txXfrm>
    </dsp:sp>
    <dsp:sp modelId="{3990B408-918B-F646-9C78-220FEEF1FCEA}">
      <dsp:nvSpPr>
        <dsp:cNvPr id="0" name=""/>
        <dsp:cNvSpPr/>
      </dsp:nvSpPr>
      <dsp:spPr>
        <a:xfrm>
          <a:off x="0" y="1165509"/>
          <a:ext cx="10515600" cy="1010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 higher-level structure that keeps shared data and the procedures that access it together. Only one process is active inside at a time.</a:t>
          </a:r>
        </a:p>
      </dsp:txBody>
      <dsp:txXfrm>
        <a:off x="0" y="1165509"/>
        <a:ext cx="10515600" cy="1010160"/>
      </dsp:txXfrm>
    </dsp:sp>
    <dsp:sp modelId="{4AF174C5-B4D0-FB4E-8A9F-7CB716FACEB9}">
      <dsp:nvSpPr>
        <dsp:cNvPr id="0" name=""/>
        <dsp:cNvSpPr/>
      </dsp:nvSpPr>
      <dsp:spPr>
        <a:xfrm>
          <a:off x="0" y="2175669"/>
          <a:ext cx="10515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00"/>
              </a:solidFill>
            </a:rPr>
            <a:t>Condition Variable</a:t>
          </a:r>
        </a:p>
      </dsp:txBody>
      <dsp:txXfrm>
        <a:off x="55744" y="2231413"/>
        <a:ext cx="10404112" cy="1030432"/>
      </dsp:txXfrm>
    </dsp:sp>
    <dsp:sp modelId="{E55CBA05-08E3-3C43-BEC1-017E2B850F53}">
      <dsp:nvSpPr>
        <dsp:cNvPr id="0" name=""/>
        <dsp:cNvSpPr/>
      </dsp:nvSpPr>
      <dsp:spPr>
        <a:xfrm>
          <a:off x="0" y="3317589"/>
          <a:ext cx="10515600" cy="1010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Allows a process wait until a condition is true. Another process can signal it when the condition may now be satisfied.</a:t>
          </a:r>
        </a:p>
      </dsp:txBody>
      <dsp:txXfrm>
        <a:off x="0" y="3317589"/>
        <a:ext cx="10515600" cy="10101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4F5FB-C3EE-7A4F-82C0-B42CD03F1783}">
      <dsp:nvSpPr>
        <dsp:cNvPr id="0" name=""/>
        <dsp:cNvSpPr/>
      </dsp:nvSpPr>
      <dsp:spPr>
        <a:xfrm>
          <a:off x="1928" y="962737"/>
          <a:ext cx="1880592" cy="7246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C00000"/>
              </a:solidFill>
            </a:rPr>
            <a:t>Deadlock</a:t>
          </a:r>
        </a:p>
      </dsp:txBody>
      <dsp:txXfrm>
        <a:off x="1928" y="962737"/>
        <a:ext cx="1880592" cy="724699"/>
      </dsp:txXfrm>
    </dsp:sp>
    <dsp:sp modelId="{8943C55A-1AF4-4B49-B20A-3D615C5D3FE1}">
      <dsp:nvSpPr>
        <dsp:cNvPr id="0" name=""/>
        <dsp:cNvSpPr/>
      </dsp:nvSpPr>
      <dsp:spPr>
        <a:xfrm>
          <a:off x="1928" y="1687437"/>
          <a:ext cx="1880592" cy="2223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Processes wait on each other in a cycle so none can continue</a:t>
          </a:r>
        </a:p>
      </dsp:txBody>
      <dsp:txXfrm>
        <a:off x="1928" y="1687437"/>
        <a:ext cx="1880592" cy="2223449"/>
      </dsp:txXfrm>
    </dsp:sp>
    <dsp:sp modelId="{07CE919D-6083-8048-8966-BC21B2D45191}">
      <dsp:nvSpPr>
        <dsp:cNvPr id="0" name=""/>
        <dsp:cNvSpPr/>
      </dsp:nvSpPr>
      <dsp:spPr>
        <a:xfrm>
          <a:off x="2145803" y="962737"/>
          <a:ext cx="1880592" cy="7246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2"/>
              </a:solidFill>
            </a:rPr>
            <a:t>Starvation</a:t>
          </a:r>
        </a:p>
      </dsp:txBody>
      <dsp:txXfrm>
        <a:off x="2145803" y="962737"/>
        <a:ext cx="1880592" cy="724699"/>
      </dsp:txXfrm>
    </dsp:sp>
    <dsp:sp modelId="{10F0431C-66FF-9D41-85FE-39BB57749535}">
      <dsp:nvSpPr>
        <dsp:cNvPr id="0" name=""/>
        <dsp:cNvSpPr/>
      </dsp:nvSpPr>
      <dsp:spPr>
        <a:xfrm>
          <a:off x="2145803" y="1687437"/>
          <a:ext cx="1880592" cy="2223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 process waits indefinitely because others keep getting access first.</a:t>
          </a:r>
        </a:p>
      </dsp:txBody>
      <dsp:txXfrm>
        <a:off x="2145803" y="1687437"/>
        <a:ext cx="1880592" cy="2223449"/>
      </dsp:txXfrm>
    </dsp:sp>
    <dsp:sp modelId="{B4D1CCF5-5A4B-7043-AAB3-16D500098589}">
      <dsp:nvSpPr>
        <dsp:cNvPr id="0" name=""/>
        <dsp:cNvSpPr/>
      </dsp:nvSpPr>
      <dsp:spPr>
        <a:xfrm>
          <a:off x="4289679" y="962737"/>
          <a:ext cx="1880592" cy="7246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00"/>
              </a:solidFill>
            </a:rPr>
            <a:t>Priority Inversion</a:t>
          </a:r>
        </a:p>
      </dsp:txBody>
      <dsp:txXfrm>
        <a:off x="4289679" y="962737"/>
        <a:ext cx="1880592" cy="724699"/>
      </dsp:txXfrm>
    </dsp:sp>
    <dsp:sp modelId="{5671D6B6-A701-0E46-BE31-B98FCFC95553}">
      <dsp:nvSpPr>
        <dsp:cNvPr id="0" name=""/>
        <dsp:cNvSpPr/>
      </dsp:nvSpPr>
      <dsp:spPr>
        <a:xfrm>
          <a:off x="4289679" y="1687437"/>
          <a:ext cx="1880592" cy="2223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 lower priority process holds a lock needed by a higher priority one.</a:t>
          </a:r>
        </a:p>
      </dsp:txBody>
      <dsp:txXfrm>
        <a:off x="4289679" y="1687437"/>
        <a:ext cx="1880592" cy="22234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A76DB-3B3E-8D41-80BD-77C5E5AF4E50}">
      <dsp:nvSpPr>
        <dsp:cNvPr id="0" name=""/>
        <dsp:cNvSpPr/>
      </dsp:nvSpPr>
      <dsp:spPr>
        <a:xfrm>
          <a:off x="3286" y="76689"/>
          <a:ext cx="3203971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FFFF00"/>
              </a:solidFill>
            </a:rPr>
            <a:t>Bounded buffer</a:t>
          </a:r>
        </a:p>
      </dsp:txBody>
      <dsp:txXfrm>
        <a:off x="3286" y="76689"/>
        <a:ext cx="3203971" cy="662400"/>
      </dsp:txXfrm>
    </dsp:sp>
    <dsp:sp modelId="{78527DCC-0C6D-C34F-88EE-F6A4E7E77F34}">
      <dsp:nvSpPr>
        <dsp:cNvPr id="0" name=""/>
        <dsp:cNvSpPr/>
      </dsp:nvSpPr>
      <dsp:spPr>
        <a:xfrm>
          <a:off x="3286" y="739089"/>
          <a:ext cx="3203971" cy="3535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Also called the producer–consumer problem. Producers add items to a limited buffer while consumers remove them. The system must prevent overflow and underflow.</a:t>
          </a:r>
        </a:p>
      </dsp:txBody>
      <dsp:txXfrm>
        <a:off x="3286" y="739089"/>
        <a:ext cx="3203971" cy="3535560"/>
      </dsp:txXfrm>
    </dsp:sp>
    <dsp:sp modelId="{2773B1F0-1282-C94B-AEDB-CCDAAABE8770}">
      <dsp:nvSpPr>
        <dsp:cNvPr id="0" name=""/>
        <dsp:cNvSpPr/>
      </dsp:nvSpPr>
      <dsp:spPr>
        <a:xfrm>
          <a:off x="3655814" y="76689"/>
          <a:ext cx="3203971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Dining philosophers</a:t>
          </a:r>
        </a:p>
      </dsp:txBody>
      <dsp:txXfrm>
        <a:off x="3655814" y="76689"/>
        <a:ext cx="3203971" cy="662400"/>
      </dsp:txXfrm>
    </dsp:sp>
    <dsp:sp modelId="{488A1549-EBDB-0B47-931A-7AB8BEF20AAA}">
      <dsp:nvSpPr>
        <dsp:cNvPr id="0" name=""/>
        <dsp:cNvSpPr/>
      </dsp:nvSpPr>
      <dsp:spPr>
        <a:xfrm>
          <a:off x="3655814" y="739089"/>
          <a:ext cx="3203971" cy="3535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Several processes compete for shared resources. Poor coordination can cause processes to wait indefinitely for resources held by others.</a:t>
          </a:r>
        </a:p>
      </dsp:txBody>
      <dsp:txXfrm>
        <a:off x="3655814" y="739089"/>
        <a:ext cx="3203971" cy="3535560"/>
      </dsp:txXfrm>
    </dsp:sp>
    <dsp:sp modelId="{68A8E483-401B-E849-BD6F-47737E81DD6D}">
      <dsp:nvSpPr>
        <dsp:cNvPr id="0" name=""/>
        <dsp:cNvSpPr/>
      </dsp:nvSpPr>
      <dsp:spPr>
        <a:xfrm>
          <a:off x="7308342" y="76689"/>
          <a:ext cx="3203971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Readers writers</a:t>
          </a:r>
        </a:p>
      </dsp:txBody>
      <dsp:txXfrm>
        <a:off x="7308342" y="76689"/>
        <a:ext cx="3203971" cy="662400"/>
      </dsp:txXfrm>
    </dsp:sp>
    <dsp:sp modelId="{574106C3-3D77-844F-AEBC-9CC7842F7AF5}">
      <dsp:nvSpPr>
        <dsp:cNvPr id="0" name=""/>
        <dsp:cNvSpPr/>
      </dsp:nvSpPr>
      <dsp:spPr>
        <a:xfrm>
          <a:off x="7308342" y="739089"/>
          <a:ext cx="3203971" cy="3535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Multiple readers may access shared data together, while a writer needs exclusive access. The design must coordinate readers and writers correctly</a:t>
          </a:r>
        </a:p>
      </dsp:txBody>
      <dsp:txXfrm>
        <a:off x="7308342" y="739089"/>
        <a:ext cx="3203971" cy="35355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71BDC-4C2A-8E4C-8C4E-C10AF11345A5}">
      <dsp:nvSpPr>
        <dsp:cNvPr id="0" name=""/>
        <dsp:cNvSpPr/>
      </dsp:nvSpPr>
      <dsp:spPr>
        <a:xfrm>
          <a:off x="3286" y="81199"/>
          <a:ext cx="3203971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EA7EE8"/>
              </a:solidFill>
            </a:rPr>
            <a:t>mutex=1</a:t>
          </a:r>
        </a:p>
      </dsp:txBody>
      <dsp:txXfrm>
        <a:off x="3286" y="81199"/>
        <a:ext cx="3203971" cy="748800"/>
      </dsp:txXfrm>
    </dsp:sp>
    <dsp:sp modelId="{6AAFAB81-6043-F845-8436-6E2A62FAE3AE}">
      <dsp:nvSpPr>
        <dsp:cNvPr id="0" name=""/>
        <dsp:cNvSpPr/>
      </dsp:nvSpPr>
      <dsp:spPr>
        <a:xfrm>
          <a:off x="3286" y="829999"/>
          <a:ext cx="3203971" cy="18199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Protects the buffer while a process adds or removes an item.</a:t>
          </a:r>
        </a:p>
      </dsp:txBody>
      <dsp:txXfrm>
        <a:off x="3286" y="829999"/>
        <a:ext cx="3203971" cy="1819935"/>
      </dsp:txXfrm>
    </dsp:sp>
    <dsp:sp modelId="{B2DFDD84-EDA5-C346-A0FF-288817D9CD31}">
      <dsp:nvSpPr>
        <dsp:cNvPr id="0" name=""/>
        <dsp:cNvSpPr/>
      </dsp:nvSpPr>
      <dsp:spPr>
        <a:xfrm>
          <a:off x="3655814" y="81199"/>
          <a:ext cx="3203971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empty=n</a:t>
          </a:r>
        </a:p>
      </dsp:txBody>
      <dsp:txXfrm>
        <a:off x="3655814" y="81199"/>
        <a:ext cx="3203971" cy="748800"/>
      </dsp:txXfrm>
    </dsp:sp>
    <dsp:sp modelId="{C9D03D8C-EAA7-6D4B-806D-76E2CADC7818}">
      <dsp:nvSpPr>
        <dsp:cNvPr id="0" name=""/>
        <dsp:cNvSpPr/>
      </dsp:nvSpPr>
      <dsp:spPr>
        <a:xfrm>
          <a:off x="3655814" y="829999"/>
          <a:ext cx="3203971" cy="18199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Counts how many empty spaces are available at the start.</a:t>
          </a:r>
        </a:p>
      </dsp:txBody>
      <dsp:txXfrm>
        <a:off x="3655814" y="829999"/>
        <a:ext cx="3203971" cy="1819935"/>
      </dsp:txXfrm>
    </dsp:sp>
    <dsp:sp modelId="{F1D3D4C1-9245-2A4F-BC9D-77DE779DD4E1}">
      <dsp:nvSpPr>
        <dsp:cNvPr id="0" name=""/>
        <dsp:cNvSpPr/>
      </dsp:nvSpPr>
      <dsp:spPr>
        <a:xfrm>
          <a:off x="7311628" y="90567"/>
          <a:ext cx="3203971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FFFF00"/>
              </a:solidFill>
            </a:rPr>
            <a:t>full=0</a:t>
          </a:r>
        </a:p>
      </dsp:txBody>
      <dsp:txXfrm>
        <a:off x="7311628" y="90567"/>
        <a:ext cx="3203971" cy="748800"/>
      </dsp:txXfrm>
    </dsp:sp>
    <dsp:sp modelId="{0EFE3B96-BC62-EC4D-BA4D-B9BF78990621}">
      <dsp:nvSpPr>
        <dsp:cNvPr id="0" name=""/>
        <dsp:cNvSpPr/>
      </dsp:nvSpPr>
      <dsp:spPr>
        <a:xfrm>
          <a:off x="7308342" y="829999"/>
          <a:ext cx="3203971" cy="18199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Counts how many spaces contain items at the start</a:t>
          </a:r>
        </a:p>
      </dsp:txBody>
      <dsp:txXfrm>
        <a:off x="7308342" y="829999"/>
        <a:ext cx="3203971" cy="18199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C0CD58-2B13-6D4F-B49D-350722217D0B}">
      <dsp:nvSpPr>
        <dsp:cNvPr id="0" name=""/>
        <dsp:cNvSpPr/>
      </dsp:nvSpPr>
      <dsp:spPr>
        <a:xfrm>
          <a:off x="3286" y="129626"/>
          <a:ext cx="3203971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Mutex</a:t>
          </a:r>
        </a:p>
      </dsp:txBody>
      <dsp:txXfrm>
        <a:off x="3286" y="129626"/>
        <a:ext cx="3203971" cy="604800"/>
      </dsp:txXfrm>
    </dsp:sp>
    <dsp:sp modelId="{78238C5F-A972-1E49-84D2-EE63817300C8}">
      <dsp:nvSpPr>
        <dsp:cNvPr id="0" name=""/>
        <dsp:cNvSpPr/>
      </dsp:nvSpPr>
      <dsp:spPr>
        <a:xfrm>
          <a:off x="3286" y="734426"/>
          <a:ext cx="3203971" cy="14771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Mutual exclusion: one thread at a time enters a protected section.</a:t>
          </a:r>
        </a:p>
      </dsp:txBody>
      <dsp:txXfrm>
        <a:off x="3286" y="734426"/>
        <a:ext cx="3203971" cy="1477153"/>
      </dsp:txXfrm>
    </dsp:sp>
    <dsp:sp modelId="{6A333F6F-9876-CD4F-9D39-BF7CCDF1ECFB}">
      <dsp:nvSpPr>
        <dsp:cNvPr id="0" name=""/>
        <dsp:cNvSpPr/>
      </dsp:nvSpPr>
      <dsp:spPr>
        <a:xfrm>
          <a:off x="3655814" y="129626"/>
          <a:ext cx="3203971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accent2"/>
              </a:solidFill>
            </a:rPr>
            <a:t>Semaphore</a:t>
          </a:r>
        </a:p>
      </dsp:txBody>
      <dsp:txXfrm>
        <a:off x="3655814" y="129626"/>
        <a:ext cx="3203971" cy="604800"/>
      </dsp:txXfrm>
    </dsp:sp>
    <dsp:sp modelId="{3E6BCC6C-359B-F746-9637-336C831736EC}">
      <dsp:nvSpPr>
        <dsp:cNvPr id="0" name=""/>
        <dsp:cNvSpPr/>
      </dsp:nvSpPr>
      <dsp:spPr>
        <a:xfrm>
          <a:off x="3655814" y="734426"/>
          <a:ext cx="3203971" cy="14771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 counter used to control access to a limited number of resources.</a:t>
          </a:r>
        </a:p>
      </dsp:txBody>
      <dsp:txXfrm>
        <a:off x="3655814" y="734426"/>
        <a:ext cx="3203971" cy="1477153"/>
      </dsp:txXfrm>
    </dsp:sp>
    <dsp:sp modelId="{886C42FD-1C8F-FE47-8279-D36FACB1071D}">
      <dsp:nvSpPr>
        <dsp:cNvPr id="0" name=""/>
        <dsp:cNvSpPr/>
      </dsp:nvSpPr>
      <dsp:spPr>
        <a:xfrm>
          <a:off x="7311628" y="141892"/>
          <a:ext cx="3203971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accent6">
                  <a:lumMod val="40000"/>
                  <a:lumOff val="60000"/>
                </a:schemeClr>
              </a:solidFill>
            </a:rPr>
            <a:t>Condition variable</a:t>
          </a:r>
        </a:p>
      </dsp:txBody>
      <dsp:txXfrm>
        <a:off x="7311628" y="141892"/>
        <a:ext cx="3203971" cy="604800"/>
      </dsp:txXfrm>
    </dsp:sp>
    <dsp:sp modelId="{5BE4FA96-C6B3-A444-BAE6-DE9166163200}">
      <dsp:nvSpPr>
        <dsp:cNvPr id="0" name=""/>
        <dsp:cNvSpPr/>
      </dsp:nvSpPr>
      <dsp:spPr>
        <a:xfrm>
          <a:off x="7308342" y="734426"/>
          <a:ext cx="3203971" cy="14771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Lets a thread wait until a required condition becomes true; used together with a mutex.</a:t>
          </a:r>
        </a:p>
      </dsp:txBody>
      <dsp:txXfrm>
        <a:off x="7308342" y="734426"/>
        <a:ext cx="3203971" cy="147715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99D0B5-E83F-0740-9DAF-1E9522D2B5B4}">
      <dsp:nvSpPr>
        <dsp:cNvPr id="0" name=""/>
        <dsp:cNvSpPr/>
      </dsp:nvSpPr>
      <dsp:spPr>
        <a:xfrm>
          <a:off x="5134" y="693088"/>
          <a:ext cx="1591716" cy="9550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accent6">
                  <a:lumMod val="40000"/>
                  <a:lumOff val="60000"/>
                </a:schemeClr>
              </a:solidFill>
            </a:rPr>
            <a:t>Thread</a:t>
          </a:r>
        </a:p>
      </dsp:txBody>
      <dsp:txXfrm>
        <a:off x="33106" y="721060"/>
        <a:ext cx="1535772" cy="899085"/>
      </dsp:txXfrm>
    </dsp:sp>
    <dsp:sp modelId="{0BA0596E-4FA5-F94A-83E6-D47564AAC08E}">
      <dsp:nvSpPr>
        <dsp:cNvPr id="0" name=""/>
        <dsp:cNvSpPr/>
      </dsp:nvSpPr>
      <dsp:spPr>
        <a:xfrm>
          <a:off x="1756022" y="973230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756022" y="1052179"/>
        <a:ext cx="236210" cy="236847"/>
      </dsp:txXfrm>
    </dsp:sp>
    <dsp:sp modelId="{F84DAB48-3735-C44E-963B-EECBEC135DE2}">
      <dsp:nvSpPr>
        <dsp:cNvPr id="0" name=""/>
        <dsp:cNvSpPr/>
      </dsp:nvSpPr>
      <dsp:spPr>
        <a:xfrm>
          <a:off x="2233537" y="693088"/>
          <a:ext cx="1591716" cy="9550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FFFF00"/>
              </a:solidFill>
            </a:rPr>
            <a:t>Lock</a:t>
          </a:r>
        </a:p>
      </dsp:txBody>
      <dsp:txXfrm>
        <a:off x="2261509" y="721060"/>
        <a:ext cx="1535772" cy="899085"/>
      </dsp:txXfrm>
    </dsp:sp>
    <dsp:sp modelId="{9455C61E-F7BA-3645-8E60-95AC7DB30955}">
      <dsp:nvSpPr>
        <dsp:cNvPr id="0" name=""/>
        <dsp:cNvSpPr/>
      </dsp:nvSpPr>
      <dsp:spPr>
        <a:xfrm>
          <a:off x="3984426" y="973230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984426" y="1052179"/>
        <a:ext cx="236210" cy="236847"/>
      </dsp:txXfrm>
    </dsp:sp>
    <dsp:sp modelId="{205AE520-F779-5E4A-A3D6-BAE099F7E606}">
      <dsp:nvSpPr>
        <dsp:cNvPr id="0" name=""/>
        <dsp:cNvSpPr/>
      </dsp:nvSpPr>
      <dsp:spPr>
        <a:xfrm>
          <a:off x="4461941" y="693088"/>
          <a:ext cx="1591716" cy="9550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C00000"/>
              </a:solidFill>
            </a:rPr>
            <a:t>Shared data</a:t>
          </a:r>
        </a:p>
      </dsp:txBody>
      <dsp:txXfrm>
        <a:off x="4489913" y="721060"/>
        <a:ext cx="1535772" cy="899085"/>
      </dsp:txXfrm>
    </dsp:sp>
    <dsp:sp modelId="{AD6D24B5-1E01-E241-9BE1-0A5B405B6AD7}">
      <dsp:nvSpPr>
        <dsp:cNvPr id="0" name=""/>
        <dsp:cNvSpPr/>
      </dsp:nvSpPr>
      <dsp:spPr>
        <a:xfrm>
          <a:off x="6212829" y="973230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212829" y="1052179"/>
        <a:ext cx="236210" cy="236847"/>
      </dsp:txXfrm>
    </dsp:sp>
    <dsp:sp modelId="{D1438128-2771-564D-91F6-17DEAE41D2E5}">
      <dsp:nvSpPr>
        <dsp:cNvPr id="0" name=""/>
        <dsp:cNvSpPr/>
      </dsp:nvSpPr>
      <dsp:spPr>
        <a:xfrm>
          <a:off x="6690344" y="693088"/>
          <a:ext cx="1591716" cy="9550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accent2">
                  <a:lumMod val="60000"/>
                  <a:lumOff val="40000"/>
                </a:schemeClr>
              </a:solidFill>
            </a:rPr>
            <a:t>Unlock </a:t>
          </a:r>
        </a:p>
      </dsp:txBody>
      <dsp:txXfrm>
        <a:off x="6718316" y="721060"/>
        <a:ext cx="1535772" cy="899085"/>
      </dsp:txXfrm>
    </dsp:sp>
    <dsp:sp modelId="{5EBAC8CD-8D36-3842-9176-E0349E9868B6}">
      <dsp:nvSpPr>
        <dsp:cNvPr id="0" name=""/>
        <dsp:cNvSpPr/>
      </dsp:nvSpPr>
      <dsp:spPr>
        <a:xfrm>
          <a:off x="8441232" y="973230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441232" y="1052179"/>
        <a:ext cx="236210" cy="236847"/>
      </dsp:txXfrm>
    </dsp:sp>
    <dsp:sp modelId="{5338414A-DADE-634A-AF42-342851848887}">
      <dsp:nvSpPr>
        <dsp:cNvPr id="0" name=""/>
        <dsp:cNvSpPr/>
      </dsp:nvSpPr>
      <dsp:spPr>
        <a:xfrm>
          <a:off x="8918747" y="693088"/>
          <a:ext cx="1591716" cy="9550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accent5">
                  <a:lumMod val="75000"/>
                </a:schemeClr>
              </a:solidFill>
            </a:rPr>
            <a:t>Continue</a:t>
          </a:r>
          <a:r>
            <a:rPr lang="en-US" sz="2500" kern="1200" dirty="0"/>
            <a:t> </a:t>
          </a:r>
        </a:p>
      </dsp:txBody>
      <dsp:txXfrm>
        <a:off x="8946719" y="721060"/>
        <a:ext cx="1535772" cy="89908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26506-5A6A-6A44-90EF-5B74834ECE74}">
      <dsp:nvSpPr>
        <dsp:cNvPr id="0" name=""/>
        <dsp:cNvSpPr/>
      </dsp:nvSpPr>
      <dsp:spPr>
        <a:xfrm>
          <a:off x="0" y="13391"/>
          <a:ext cx="1051560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EA7EE8"/>
              </a:solidFill>
            </a:rPr>
            <a:t>Producer</a:t>
          </a:r>
        </a:p>
      </dsp:txBody>
      <dsp:txXfrm>
        <a:off x="37182" y="50573"/>
        <a:ext cx="10441236" cy="687306"/>
      </dsp:txXfrm>
    </dsp:sp>
    <dsp:sp modelId="{66D3616C-7620-5345-8055-56F8FBF8C916}">
      <dsp:nvSpPr>
        <dsp:cNvPr id="0" name=""/>
        <dsp:cNvSpPr/>
      </dsp:nvSpPr>
      <dsp:spPr>
        <a:xfrm>
          <a:off x="0" y="775061"/>
          <a:ext cx="105156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Creates items and places them into a buffer (a limited-size holding area).</a:t>
          </a:r>
        </a:p>
      </dsp:txBody>
      <dsp:txXfrm>
        <a:off x="0" y="775061"/>
        <a:ext cx="10515600" cy="513360"/>
      </dsp:txXfrm>
    </dsp:sp>
    <dsp:sp modelId="{B8C67413-01BE-8042-B547-BA7EDC92583E}">
      <dsp:nvSpPr>
        <dsp:cNvPr id="0" name=""/>
        <dsp:cNvSpPr/>
      </dsp:nvSpPr>
      <dsp:spPr>
        <a:xfrm>
          <a:off x="0" y="1288421"/>
          <a:ext cx="1051560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FFF00"/>
              </a:solidFill>
            </a:rPr>
            <a:t>Consumer</a:t>
          </a:r>
        </a:p>
      </dsp:txBody>
      <dsp:txXfrm>
        <a:off x="37182" y="1325603"/>
        <a:ext cx="10441236" cy="687306"/>
      </dsp:txXfrm>
    </dsp:sp>
    <dsp:sp modelId="{C55B1D8F-8D98-2A4D-B0FA-7C04E8966888}">
      <dsp:nvSpPr>
        <dsp:cNvPr id="0" name=""/>
        <dsp:cNvSpPr/>
      </dsp:nvSpPr>
      <dsp:spPr>
        <a:xfrm>
          <a:off x="0" y="2050091"/>
          <a:ext cx="105156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Removes items from the buffer and uses them</a:t>
          </a:r>
        </a:p>
      </dsp:txBody>
      <dsp:txXfrm>
        <a:off x="0" y="2050091"/>
        <a:ext cx="10515600" cy="513360"/>
      </dsp:txXfrm>
    </dsp:sp>
    <dsp:sp modelId="{145FF3A7-8A6E-A644-9917-072308E2A55C}">
      <dsp:nvSpPr>
        <dsp:cNvPr id="0" name=""/>
        <dsp:cNvSpPr/>
      </dsp:nvSpPr>
      <dsp:spPr>
        <a:xfrm>
          <a:off x="0" y="2420192"/>
          <a:ext cx="1051560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F0000"/>
              </a:solidFill>
            </a:rPr>
            <a:t>Bounded Buffer</a:t>
          </a:r>
        </a:p>
      </dsp:txBody>
      <dsp:txXfrm>
        <a:off x="37182" y="2457374"/>
        <a:ext cx="10441236" cy="68730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019997-A797-D24B-8C6C-F03449128CD2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rgbClr val="FFFF00"/>
              </a:solidFill>
            </a:rPr>
            <a:t>Critical section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Protects shared data between threads in the same process</a:t>
          </a:r>
        </a:p>
      </dsp:txBody>
      <dsp:txXfrm>
        <a:off x="0" y="39687"/>
        <a:ext cx="3286125" cy="1971675"/>
      </dsp:txXfrm>
    </dsp:sp>
    <dsp:sp modelId="{D25349BC-14D2-3D4D-B707-CCC2D7CF5BE8}">
      <dsp:nvSpPr>
        <dsp:cNvPr id="0" name=""/>
        <dsp:cNvSpPr/>
      </dsp:nvSpPr>
      <dsp:spPr>
        <a:xfrm>
          <a:off x="3614737" y="55461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Mutex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Allows only one thread to own a protected resource at a time; named mutexes can support cross-process coordination.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3614737" y="55461"/>
        <a:ext cx="3286125" cy="1971675"/>
      </dsp:txXfrm>
    </dsp:sp>
    <dsp:sp modelId="{92BB16FE-EC18-6448-B1C1-3FDFCCB3D715}">
      <dsp:nvSpPr>
        <dsp:cNvPr id="0" name=""/>
        <dsp:cNvSpPr/>
      </dsp:nvSpPr>
      <dsp:spPr>
        <a:xfrm>
          <a:off x="7229475" y="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accent5">
                  <a:lumMod val="40000"/>
                  <a:lumOff val="60000"/>
                </a:schemeClr>
              </a:solidFill>
            </a:rPr>
            <a:t>Semaphore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Maintains a count to limit how many threads can access a resource at once</a:t>
          </a:r>
          <a:r>
            <a:rPr lang="en-US" sz="2700" kern="1200" dirty="0"/>
            <a:t>.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7229475" y="0"/>
        <a:ext cx="3286125" cy="1971675"/>
      </dsp:txXfrm>
    </dsp:sp>
    <dsp:sp modelId="{B73DD17F-3642-E943-8D8C-434BE76DA47B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rgbClr val="C00000"/>
              </a:solidFill>
            </a:rPr>
            <a:t>SRW lock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Slim Reader/Writer lock. Supports shared reader access or exclusive writer access within a process.</a:t>
          </a:r>
          <a:endParaRPr lang="en-US" sz="1400" kern="1200" dirty="0">
            <a:solidFill>
              <a:srgbClr val="C00000"/>
            </a:solidFill>
          </a:endParaRP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solidFill>
              <a:srgbClr val="C00000"/>
            </a:solidFill>
          </a:endParaRPr>
        </a:p>
      </dsp:txBody>
      <dsp:txXfrm>
        <a:off x="3614737" y="2339975"/>
        <a:ext cx="3286125" cy="1971675"/>
      </dsp:txXfrm>
    </dsp:sp>
    <dsp:sp modelId="{99047368-4A0E-CD41-B560-5237626B5A53}">
      <dsp:nvSpPr>
        <dsp:cNvPr id="0" name=""/>
        <dsp:cNvSpPr/>
      </dsp:nvSpPr>
      <dsp:spPr>
        <a:xfrm>
          <a:off x="0" y="2333291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rgbClr val="0FDFDD"/>
              </a:solidFill>
            </a:rPr>
            <a:t>Event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Signals waiting threads that something has happened or a condition has been reached</a:t>
          </a:r>
          <a:r>
            <a:rPr lang="en-US" sz="2700" kern="1200" dirty="0"/>
            <a:t>.</a:t>
          </a:r>
          <a:endParaRPr lang="en-US" sz="1400" kern="1200" dirty="0">
            <a:solidFill>
              <a:srgbClr val="0FDFDD"/>
            </a:solidFill>
          </a:endParaRPr>
        </a:p>
      </dsp:txBody>
      <dsp:txXfrm>
        <a:off x="0" y="2333291"/>
        <a:ext cx="3286125" cy="1971675"/>
      </dsp:txXfrm>
    </dsp:sp>
    <dsp:sp modelId="{82CCA284-0B65-F247-8478-A824F0398C73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accent2">
                  <a:lumMod val="75000"/>
                </a:schemeClr>
              </a:solidFill>
            </a:rPr>
            <a:t>Condition variable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Lets threads wait for a condition while releasing a lock, then reacquire it when awakened.</a:t>
          </a:r>
          <a:endParaRPr lang="en-US" sz="1400" kern="1200" dirty="0">
            <a:solidFill>
              <a:schemeClr val="accent2">
                <a:lumMod val="75000"/>
              </a:schemeClr>
            </a:solidFill>
          </a:endParaRPr>
        </a:p>
      </dsp:txBody>
      <dsp:txXfrm>
        <a:off x="7229475" y="2339975"/>
        <a:ext cx="3286125" cy="197167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EB3F61-B449-434F-95DB-8370493CE844}">
      <dsp:nvSpPr>
        <dsp:cNvPr id="0" name=""/>
        <dsp:cNvSpPr/>
      </dsp:nvSpPr>
      <dsp:spPr>
        <a:xfrm>
          <a:off x="0" y="59383"/>
          <a:ext cx="4913783" cy="144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178816" rIns="312928" bIns="178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solidFill>
                <a:srgbClr val="FF0000"/>
              </a:solidFill>
            </a:rPr>
            <a:t>Readers</a:t>
          </a:r>
        </a:p>
      </dsp:txBody>
      <dsp:txXfrm>
        <a:off x="0" y="59383"/>
        <a:ext cx="4913783" cy="1440000"/>
      </dsp:txXfrm>
    </dsp:sp>
    <dsp:sp modelId="{09808B23-78B6-894A-87BA-A402EA636D7C}">
      <dsp:nvSpPr>
        <dsp:cNvPr id="0" name=""/>
        <dsp:cNvSpPr/>
      </dsp:nvSpPr>
      <dsp:spPr>
        <a:xfrm>
          <a:off x="51" y="1464737"/>
          <a:ext cx="4913783" cy="2196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Only inspect the shared data. Multiple readers can read at the same time</a:t>
          </a:r>
          <a:r>
            <a:rPr lang="en-US" sz="2000" kern="1200" dirty="0"/>
            <a:t>.</a:t>
          </a:r>
        </a:p>
      </dsp:txBody>
      <dsp:txXfrm>
        <a:off x="51" y="1464737"/>
        <a:ext cx="4913783" cy="2196000"/>
      </dsp:txXfrm>
    </dsp:sp>
    <dsp:sp modelId="{6E19B82C-0531-FE40-AB57-4334E892C11E}">
      <dsp:nvSpPr>
        <dsp:cNvPr id="0" name=""/>
        <dsp:cNvSpPr/>
      </dsp:nvSpPr>
      <dsp:spPr>
        <a:xfrm>
          <a:off x="5601814" y="76692"/>
          <a:ext cx="4913783" cy="144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178816" rIns="312928" bIns="178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solidFill>
                <a:schemeClr val="accent2">
                  <a:lumMod val="75000"/>
                </a:schemeClr>
              </a:solidFill>
            </a:rPr>
            <a:t>Writers</a:t>
          </a:r>
        </a:p>
      </dsp:txBody>
      <dsp:txXfrm>
        <a:off x="5601814" y="76692"/>
        <a:ext cx="4913783" cy="1440000"/>
      </dsp:txXfrm>
    </dsp:sp>
    <dsp:sp modelId="{9A4D849D-53DC-B945-897C-F13AF5971319}">
      <dsp:nvSpPr>
        <dsp:cNvPr id="0" name=""/>
        <dsp:cNvSpPr/>
      </dsp:nvSpPr>
      <dsp:spPr>
        <a:xfrm>
          <a:off x="5601764" y="1464737"/>
          <a:ext cx="4913783" cy="2196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Change the shared data. A writer needs exclusive access while writing.</a:t>
          </a:r>
        </a:p>
      </dsp:txBody>
      <dsp:txXfrm>
        <a:off x="5601764" y="1464737"/>
        <a:ext cx="4913783" cy="2196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67AD8-D7A3-4445-A214-56AEDE46067B}">
      <dsp:nvSpPr>
        <dsp:cNvPr id="0" name=""/>
        <dsp:cNvSpPr/>
      </dsp:nvSpPr>
      <dsp:spPr>
        <a:xfrm>
          <a:off x="53" y="47487"/>
          <a:ext cx="5081737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2">
                  <a:lumMod val="75000"/>
                </a:schemeClr>
              </a:solidFill>
            </a:rPr>
            <a:t>Windows</a:t>
          </a:r>
        </a:p>
      </dsp:txBody>
      <dsp:txXfrm>
        <a:off x="53" y="47487"/>
        <a:ext cx="5081737" cy="691200"/>
      </dsp:txXfrm>
    </dsp:sp>
    <dsp:sp modelId="{8C96BE1D-8D58-DA44-AB3C-48D75E2C272F}">
      <dsp:nvSpPr>
        <dsp:cNvPr id="0" name=""/>
        <dsp:cNvSpPr/>
      </dsp:nvSpPr>
      <dsp:spPr>
        <a:xfrm>
          <a:off x="53" y="738687"/>
          <a:ext cx="5081737" cy="2371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Uses interrupt masks on single processor systems and spinlocks on multiprocessor systems. Dispatcher objects can act as mutexes, semaphores, events or timers.</a:t>
          </a:r>
        </a:p>
      </dsp:txBody>
      <dsp:txXfrm>
        <a:off x="53" y="738687"/>
        <a:ext cx="5081737" cy="2371680"/>
      </dsp:txXfrm>
    </dsp:sp>
    <dsp:sp modelId="{98C229D0-E11D-7846-A329-5AE1B99559EB}">
      <dsp:nvSpPr>
        <dsp:cNvPr id="0" name=""/>
        <dsp:cNvSpPr/>
      </dsp:nvSpPr>
      <dsp:spPr>
        <a:xfrm>
          <a:off x="5793234" y="47487"/>
          <a:ext cx="5081737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Linux</a:t>
          </a:r>
        </a:p>
      </dsp:txBody>
      <dsp:txXfrm>
        <a:off x="5793234" y="47487"/>
        <a:ext cx="5081737" cy="691200"/>
      </dsp:txXfrm>
    </dsp:sp>
    <dsp:sp modelId="{4DFEC4D5-BA12-4A41-B590-19BB5C8EA2C6}">
      <dsp:nvSpPr>
        <dsp:cNvPr id="0" name=""/>
        <dsp:cNvSpPr/>
      </dsp:nvSpPr>
      <dsp:spPr>
        <a:xfrm>
          <a:off x="5793234" y="738687"/>
          <a:ext cx="5081737" cy="2371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Provides semaphores, atomic integers, spinlocks, and reader versions. Modern Linux kernels are preemptive.</a:t>
          </a:r>
        </a:p>
      </dsp:txBody>
      <dsp:txXfrm>
        <a:off x="5793234" y="738687"/>
        <a:ext cx="5081737" cy="237168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5120FD-F787-A040-88CD-92E6B392F729}">
      <dsp:nvSpPr>
        <dsp:cNvPr id="0" name=""/>
        <dsp:cNvSpPr/>
      </dsp:nvSpPr>
      <dsp:spPr>
        <a:xfrm>
          <a:off x="3286" y="27391"/>
          <a:ext cx="3203971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The problem</a:t>
          </a:r>
        </a:p>
      </dsp:txBody>
      <dsp:txXfrm>
        <a:off x="3286" y="27391"/>
        <a:ext cx="3203971" cy="720000"/>
      </dsp:txXfrm>
    </dsp:sp>
    <dsp:sp modelId="{80FAC848-2020-7E44-B112-7DACDF0F6817}">
      <dsp:nvSpPr>
        <dsp:cNvPr id="0" name=""/>
        <dsp:cNvSpPr/>
      </dsp:nvSpPr>
      <dsp:spPr>
        <a:xfrm>
          <a:off x="3286" y="747391"/>
          <a:ext cx="3203971" cy="27793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Concurrent tasks can interfere when they share resources or depend on timing and order.</a:t>
          </a:r>
        </a:p>
      </dsp:txBody>
      <dsp:txXfrm>
        <a:off x="3286" y="747391"/>
        <a:ext cx="3203971" cy="2779312"/>
      </dsp:txXfrm>
    </dsp:sp>
    <dsp:sp modelId="{775005B9-7FEB-D542-BBD5-6BD92453B0B0}">
      <dsp:nvSpPr>
        <dsp:cNvPr id="0" name=""/>
        <dsp:cNvSpPr/>
      </dsp:nvSpPr>
      <dsp:spPr>
        <a:xfrm>
          <a:off x="3655814" y="27391"/>
          <a:ext cx="3203971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2">
                  <a:lumMod val="75000"/>
                </a:schemeClr>
              </a:solidFill>
            </a:rPr>
            <a:t>The classic cases</a:t>
          </a:r>
        </a:p>
      </dsp:txBody>
      <dsp:txXfrm>
        <a:off x="3655814" y="27391"/>
        <a:ext cx="3203971" cy="720000"/>
      </dsp:txXfrm>
    </dsp:sp>
    <dsp:sp modelId="{AAAD9665-7CAC-C348-A58A-C0AAB7FDD5C8}">
      <dsp:nvSpPr>
        <dsp:cNvPr id="0" name=""/>
        <dsp:cNvSpPr/>
      </dsp:nvSpPr>
      <dsp:spPr>
        <a:xfrm>
          <a:off x="3655814" y="747391"/>
          <a:ext cx="3203971" cy="27793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Bounded buffer, dining philosophers, and readers–writers are classic synchronization problems.</a:t>
          </a:r>
        </a:p>
      </dsp:txBody>
      <dsp:txXfrm>
        <a:off x="3655814" y="747391"/>
        <a:ext cx="3203971" cy="2779312"/>
      </dsp:txXfrm>
    </dsp:sp>
    <dsp:sp modelId="{A815F62A-DF75-CA42-8E25-BB8A258324A3}">
      <dsp:nvSpPr>
        <dsp:cNvPr id="0" name=""/>
        <dsp:cNvSpPr/>
      </dsp:nvSpPr>
      <dsp:spPr>
        <a:xfrm>
          <a:off x="7308342" y="27391"/>
          <a:ext cx="3203971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The</a:t>
          </a:r>
          <a:r>
            <a:rPr lang="en-US" sz="2400" kern="1200" baseline="0" dirty="0">
              <a:solidFill>
                <a:schemeClr val="accent5">
                  <a:lumMod val="60000"/>
                  <a:lumOff val="40000"/>
                </a:schemeClr>
              </a:solidFill>
            </a:rPr>
            <a:t> solution</a:t>
          </a:r>
          <a:endParaRPr lang="en-US" sz="2400" kern="1200" dirty="0">
            <a:solidFill>
              <a:schemeClr val="accent5">
                <a:lumMod val="60000"/>
                <a:lumOff val="40000"/>
              </a:schemeClr>
            </a:solidFill>
          </a:endParaRPr>
        </a:p>
      </dsp:txBody>
      <dsp:txXfrm>
        <a:off x="7308342" y="27391"/>
        <a:ext cx="3203971" cy="720000"/>
      </dsp:txXfrm>
    </dsp:sp>
    <dsp:sp modelId="{18B4C62D-0237-F544-8C8E-50A965D467CE}">
      <dsp:nvSpPr>
        <dsp:cNvPr id="0" name=""/>
        <dsp:cNvSpPr/>
      </dsp:nvSpPr>
      <dsp:spPr>
        <a:xfrm>
          <a:off x="7308342" y="747391"/>
          <a:ext cx="3203971" cy="27793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Linux and Windows provide mutexes, semaphores and condition/signaling mechanisms, plus OS-specific tools.</a:t>
          </a:r>
        </a:p>
      </dsp:txBody>
      <dsp:txXfrm>
        <a:off x="7308342" y="747391"/>
        <a:ext cx="3203971" cy="2779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LinearArrowProcess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CD399463-291B-1B40-98CE-7EDF47A88E1B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B985C7D5-B03C-5745-B25D-BD6042AF362D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0527506E-A3C0-7646-AC9D-233B44C1E196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6/layout/TextCardShortLine">
  <dgm:title val=""/>
  <dgm:desc val=""/>
  <dgm:catLst>
    <dgm:cat type="textcard" pri="104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22"/>
          <dgm:constr type="h" for="ch" forName="accentLine" refType="h" fact="0.012"/>
          <dgm:constr type="l" for="ch" forName="titleText"/>
          <dgm:constr type="t" for="ch" forName="titleText" refType="h" fact="0.083"/>
          <dgm:constr type="w" for="ch" forName="titleText" refType="w"/>
          <dgm:constr type="h" for="ch" forName="titleText" refType="h" fact="0.223"/>
          <dgm:constr type="l" for="ch" forName="bodyText"/>
          <dgm:constr type="t" for="ch" forName="bodyText" refType="h" fact="0.306"/>
          <dgm:constr type="w" for="ch" forName="bodyText" refType="w"/>
          <dgm:constr type="h" for="ch" forName="bodyText" refType="h" fact="0.69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179E4-D328-004A-B920-4713F224CFEA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50CC3-7B15-3F4A-A3F7-C68FAD745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88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0CC3-7B15-3F4A-A3F7-C68FAD745B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76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0CC3-7B15-3F4A-A3F7-C68FAD745B5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73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227A-151C-C1B0-DF72-38EABA80C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36C1B-E0C7-CFC0-7FE9-9BA192934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DD7D1-86B3-D849-51A9-6E442D46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65031-42B0-D132-59AC-936D4A69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2BCA2-4AEC-BE41-45E0-C734DFBC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8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2F927-211C-5400-D913-DB1969D9E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15B0-6FDC-9B07-9459-98A4B1E2E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93132-EAA6-31FC-B2CC-1AE56E16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9109-94BC-5891-4638-8A731FE3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86153-7BBE-6D35-0A73-6D2EE82F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1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0523-EAF1-3988-D27D-783FBEAB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766DC-273E-AEFA-AF39-DAC8E10D4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22F8C-F7F6-436E-A7BE-F5C48527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57A4D-0FC7-49FD-1828-AF3857C6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3C7CC-02AF-DCED-C7C8-4EFA1E8E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7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2314C-71FE-C54F-613E-76521C77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92D47-F13D-999C-1BF8-D612187F7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C26E2-2F20-4791-5D5C-239233961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A75FC-0D5A-A451-95E2-54FF9E3C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20A72-F744-831D-6346-DDBB2C7E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15D1F-86C1-65B9-0F70-8F6F9E4A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75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B4BE-A85C-25E8-7F58-976D6D8E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EF569-973D-98E4-06CE-AF4F1F4F8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B5C07-F842-67FB-63FF-6074F6F51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DD359-04C4-24F1-CFE2-82D691CE9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3D85F-EE1D-3214-9B56-BB9456D6E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54C9EC-37D6-9AA7-C71B-B68F6081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34B06-E6D5-E69E-5C5F-CCCBB231D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182AAD-ACDE-473B-A458-0EE17FF9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50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1EE9-99A2-978E-06EC-998F74B2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EFADB-F417-EB08-C645-8A6641E4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CC155-78F4-451F-EA1A-D67D4273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52E2B-A4BB-6FE8-2A2C-4B1A970B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56960-7810-72DE-9BB9-9B33A49F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B0652-15A7-8780-DB7A-5416844D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0E08C-C313-ADA3-9FE5-74B68BA1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1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A86B8-AC1E-8F22-BC36-2F69C0455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68A07-BE28-00DC-5DEA-06F4ACD85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98D4F-CF10-6B09-F6AA-0BBFFDB3C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04550-0A33-0500-F05A-34FA1545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161EB-F463-A52B-C3F8-93261E3E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BEA5E-AF76-9532-BF7E-62BD31D5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4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B1EE-1F16-4139-F2AB-CBA5D4CF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930A5-DFDF-75D5-D379-ADD97938DEC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5CD58-6574-434A-A82B-217F4F34B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1945D-C93A-10A1-EAC6-07268BAB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9A103-7145-1069-75B4-1E1AD5B5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F22C1-07D7-BEE5-F4C9-72BB6A7E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5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ECED0-4BFF-3EE4-70A1-9C35A144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95566-95D1-740E-C4C8-79028E67C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76FD-276E-3EA2-7AF8-404474CA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4EF84-067B-0D21-0198-AE38D581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4EA75-0452-E63E-5CF4-22E2A321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1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F9FB7-7E29-B62B-4F4B-02F8C3A09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BEE01-5E35-E4B8-FA09-971A0945E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06FE6-D23C-92DF-F77E-2E8CB2A7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09446-3B23-E205-BB8C-53B4FAA2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76CD7-54C3-FBE8-9C1A-5D61CAF6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2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B2CEB-23DC-3A22-C34F-DDD68586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94C70-01D8-288A-18DC-2C37FF233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B131-542F-B857-D30F-B03126CC2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8BE01-1598-C845-A68C-F806A19DF0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764C0-2B2C-E985-C434-0BC4B3199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CC26C-81BE-5FAC-269A-B5C255E6C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99B9F-F5CF-F64E-88E2-6E01A3E99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3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youtu.be/p2XDhW5INOo?si=bNR0KkAjC3NSdK6G" TargetMode="External"/><Relationship Id="rId5" Type="http://schemas.openxmlformats.org/officeDocument/2006/relationships/hyperlink" Target="https://www.baeldung.com/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A046-D697-F548-82E0-2638DE4316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91F99-8A40-3557-22C9-56FAAEA342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40CEE96-97D6-662B-D4C1-FF4627C6E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"/>
            <a:ext cx="10744200" cy="685799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69BD534-7ECE-F4F3-94DE-E0ED6F1CC95F}"/>
              </a:ext>
            </a:extLst>
          </p:cNvPr>
          <p:cNvSpPr/>
          <p:nvPr/>
        </p:nvSpPr>
        <p:spPr>
          <a:xfrm>
            <a:off x="-76200" y="-11"/>
            <a:ext cx="107442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6">
                  <a:lumMod val="40000"/>
                  <a:lumOff val="60000"/>
                  <a:tint val="44500"/>
                  <a:satMod val="160000"/>
                  <a:alpha val="40000"/>
                </a:schemeClr>
              </a:gs>
              <a:gs pos="100000">
                <a:schemeClr val="accent6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91C3152-F843-44D6-A638-0F0A59766431}"/>
              </a:ext>
            </a:extLst>
          </p:cNvPr>
          <p:cNvSpPr/>
          <p:nvPr/>
        </p:nvSpPr>
        <p:spPr>
          <a:xfrm>
            <a:off x="8044543" y="-2"/>
            <a:ext cx="4147457" cy="6857999"/>
          </a:xfrm>
          <a:custGeom>
            <a:avLst/>
            <a:gdLst>
              <a:gd name="csX0" fmla="*/ 1682205 w 4420657"/>
              <a:gd name="csY0" fmla="*/ 0 h 6857999"/>
              <a:gd name="csX1" fmla="*/ 4420657 w 4420657"/>
              <a:gd name="csY1" fmla="*/ 0 h 6857999"/>
              <a:gd name="csX2" fmla="*/ 4420657 w 4420657"/>
              <a:gd name="csY2" fmla="*/ 6857999 h 6857999"/>
              <a:gd name="csX3" fmla="*/ 1321007 w 4420657"/>
              <a:gd name="csY3" fmla="*/ 6857999 h 6857999"/>
              <a:gd name="csX4" fmla="*/ 1216023 w 4420657"/>
              <a:gd name="csY4" fmla="*/ 6750798 h 6857999"/>
              <a:gd name="csX5" fmla="*/ 0 w 4420657"/>
              <a:gd name="csY5" fmla="*/ 3602038 h 6857999"/>
              <a:gd name="csX6" fmla="*/ 1633760 w 4420657"/>
              <a:gd name="csY6" fmla="*/ 40489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420657" h="6857999">
                <a:moveTo>
                  <a:pt x="1682205" y="0"/>
                </a:moveTo>
                <a:lnTo>
                  <a:pt x="4420657" y="0"/>
                </a:lnTo>
                <a:lnTo>
                  <a:pt x="4420657" y="6857999"/>
                </a:lnTo>
                <a:lnTo>
                  <a:pt x="1321007" y="6857999"/>
                </a:lnTo>
                <a:lnTo>
                  <a:pt x="1216023" y="6750798"/>
                </a:lnTo>
                <a:cubicBezTo>
                  <a:pt x="458409" y="5906921"/>
                  <a:pt x="0" y="4806132"/>
                  <a:pt x="0" y="3602038"/>
                </a:cubicBezTo>
                <a:cubicBezTo>
                  <a:pt x="0" y="2190342"/>
                  <a:pt x="630107" y="920644"/>
                  <a:pt x="1633760" y="4048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6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6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270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808080"/>
              </a:highlight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66336DE-5416-E4CD-E03D-662AEC2D29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317" t="3405" b="5555"/>
          <a:stretch>
            <a:fillRect/>
          </a:stretch>
        </p:blipFill>
        <p:spPr>
          <a:xfrm>
            <a:off x="8253943" y="1"/>
            <a:ext cx="3938057" cy="6857999"/>
          </a:xfrm>
          <a:custGeom>
            <a:avLst/>
            <a:gdLst>
              <a:gd name="csX0" fmla="*/ 1682205 w 3938057"/>
              <a:gd name="csY0" fmla="*/ 0 h 6857999"/>
              <a:gd name="csX1" fmla="*/ 3938057 w 3938057"/>
              <a:gd name="csY1" fmla="*/ 0 h 6857999"/>
              <a:gd name="csX2" fmla="*/ 3938057 w 3938057"/>
              <a:gd name="csY2" fmla="*/ 6857999 h 6857999"/>
              <a:gd name="csX3" fmla="*/ 1321007 w 3938057"/>
              <a:gd name="csY3" fmla="*/ 6857999 h 6857999"/>
              <a:gd name="csX4" fmla="*/ 1216023 w 3938057"/>
              <a:gd name="csY4" fmla="*/ 6750798 h 6857999"/>
              <a:gd name="csX5" fmla="*/ 0 w 3938057"/>
              <a:gd name="csY5" fmla="*/ 3602038 h 6857999"/>
              <a:gd name="csX6" fmla="*/ 1633760 w 3938057"/>
              <a:gd name="csY6" fmla="*/ 40489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38057" h="6857999">
                <a:moveTo>
                  <a:pt x="1682205" y="0"/>
                </a:moveTo>
                <a:lnTo>
                  <a:pt x="3938057" y="0"/>
                </a:lnTo>
                <a:lnTo>
                  <a:pt x="3938057" y="6857999"/>
                </a:lnTo>
                <a:lnTo>
                  <a:pt x="1321007" y="6857999"/>
                </a:lnTo>
                <a:lnTo>
                  <a:pt x="1216023" y="6750798"/>
                </a:lnTo>
                <a:cubicBezTo>
                  <a:pt x="458409" y="5906921"/>
                  <a:pt x="0" y="4806132"/>
                  <a:pt x="0" y="3602038"/>
                </a:cubicBezTo>
                <a:cubicBezTo>
                  <a:pt x="0" y="2190342"/>
                  <a:pt x="630107" y="920644"/>
                  <a:pt x="1633760" y="40489"/>
                </a:cubicBezTo>
                <a:close/>
              </a:path>
            </a:pathLst>
          </a:cu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A8747BA-B639-C42D-99FE-AC165F2984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913" b="10459"/>
          <a:stretch>
            <a:fillRect/>
          </a:stretch>
        </p:blipFill>
        <p:spPr>
          <a:xfrm>
            <a:off x="7773346" y="399342"/>
            <a:ext cx="4418654" cy="64586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EE11E27-AC9B-23E4-20CB-7408DABB1185}"/>
              </a:ext>
            </a:extLst>
          </p:cNvPr>
          <p:cNvSpPr txBox="1"/>
          <p:nvPr/>
        </p:nvSpPr>
        <p:spPr>
          <a:xfrm>
            <a:off x="76200" y="134025"/>
            <a:ext cx="8445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 rotWithShape="1">
                  <a:gsLst>
                    <a:gs pos="0">
                      <a:schemeClr val="accent1">
                        <a:lumMod val="67000"/>
                      </a:schemeClr>
                    </a:gs>
                    <a:gs pos="48000">
                      <a:schemeClr val="accent1">
                        <a:lumMod val="97000"/>
                        <a:lumOff val="3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2540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Synchronization Operating Systems Concepts</a:t>
            </a:r>
          </a:p>
        </p:txBody>
      </p:sp>
    </p:spTree>
    <p:extLst>
      <p:ext uri="{BB962C8B-B14F-4D97-AF65-F5344CB8AC3E}">
        <p14:creationId xmlns:p14="http://schemas.microsoft.com/office/powerpoint/2010/main" val="17927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B22FCE-B72A-4F3A-CA4D-F54FD6F6C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8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533927D-2D0F-5198-A432-FE8E49AEE635}"/>
              </a:ext>
            </a:extLst>
          </p:cNvPr>
          <p:cNvSpPr/>
          <p:nvPr/>
        </p:nvSpPr>
        <p:spPr>
          <a:xfrm>
            <a:off x="368300" y="489744"/>
            <a:ext cx="10983912" cy="5638799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reflection blurRad="127000" endPos="9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8387D2-FB46-27F6-02F2-623B229378F1}"/>
              </a:ext>
            </a:extLst>
          </p:cNvPr>
          <p:cNvSpPr/>
          <p:nvPr/>
        </p:nvSpPr>
        <p:spPr>
          <a:xfrm>
            <a:off x="368300" y="469900"/>
            <a:ext cx="10983912" cy="5638799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50800" dist="50800" dir="5400000" algn="ctr" rotWithShape="0">
              <a:schemeClr val="tx2">
                <a:lumMod val="50000"/>
                <a:lumOff val="50000"/>
                <a:alpha val="5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3A0BC-EEDE-7C8C-BA27-BA1B28F0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188912"/>
            <a:ext cx="3932237" cy="1600200"/>
          </a:xfrm>
        </p:spPr>
        <p:txBody>
          <a:bodyPr>
            <a:normAutofit/>
          </a:bodyPr>
          <a:lstStyle/>
          <a:p>
            <a:r>
              <a:rPr lang="en-US" sz="3600" dirty="0"/>
              <a:t>A presentation by Chunk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B3E94-6D63-5DB4-6DE3-60DCBBE77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49301"/>
            <a:ext cx="6169024" cy="5119687"/>
          </a:xfrm>
        </p:spPr>
        <p:txBody>
          <a:bodyPr numCol="2" anchor="ctr">
            <a:normAutofit fontScale="325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4900" b="1" dirty="0">
                <a:latin typeface="Calibri" panose="020F0502020204030204" pitchFamily="34" charset="0"/>
                <a:cs typeface="Calibri" panose="020F0502020204030204" pitchFamily="34" charset="0"/>
              </a:rPr>
              <a:t>Chapter 6: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900" b="1" dirty="0">
                <a:latin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900" b="1" dirty="0">
                <a:latin typeface="Calibri" panose="020F0502020204030204" pitchFamily="34" charset="0"/>
                <a:cs typeface="Calibri" panose="020F0502020204030204" pitchFamily="34" charset="0"/>
              </a:rPr>
              <a:t>The Critical-Section Problem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900" b="1" dirty="0">
                <a:latin typeface="Calibri" panose="020F0502020204030204" pitchFamily="34" charset="0"/>
                <a:cs typeface="Calibri" panose="020F0502020204030204" pitchFamily="34" charset="0"/>
              </a:rPr>
              <a:t>Peterson’s Solution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900" b="1" dirty="0">
                <a:latin typeface="Calibri" panose="020F0502020204030204" pitchFamily="34" charset="0"/>
                <a:cs typeface="Calibri" panose="020F0502020204030204" pitchFamily="34" charset="0"/>
              </a:rPr>
              <a:t>Hardware Support For Synchronization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900" b="1" dirty="0">
                <a:latin typeface="Calibri" panose="020F0502020204030204" pitchFamily="34" charset="0"/>
                <a:cs typeface="Calibri" panose="020F0502020204030204" pitchFamily="34" charset="0"/>
              </a:rPr>
              <a:t>Mutex Locks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900" b="1" dirty="0">
                <a:latin typeface="Calibri" panose="020F0502020204030204" pitchFamily="34" charset="0"/>
                <a:cs typeface="Calibri" panose="020F0502020204030204" pitchFamily="34" charset="0"/>
              </a:rPr>
              <a:t>Semaphores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900" b="1" dirty="0">
                <a:latin typeface="Calibri" panose="020F0502020204030204" pitchFamily="34" charset="0"/>
                <a:cs typeface="Calibri" panose="020F0502020204030204" pitchFamily="34" charset="0"/>
              </a:rPr>
              <a:t>Monitors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900" b="1" dirty="0">
                <a:latin typeface="Calibri" panose="020F0502020204030204" pitchFamily="34" charset="0"/>
                <a:cs typeface="Calibri" panose="020F0502020204030204" pitchFamily="34" charset="0"/>
              </a:rPr>
              <a:t>Liveness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Chapter 7: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Bounded-buffer problem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Dining-Philosophers Synchronization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Linux and Windows Resolution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POSIX and Java</a:t>
            </a:r>
          </a:p>
          <a:p>
            <a:pPr marL="0" indent="0" algn="ctr">
              <a:lnSpc>
                <a:spcPct val="160000"/>
              </a:lnSpc>
              <a:buNone/>
            </a:pP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60000"/>
              </a:lnSpc>
              <a:buNone/>
            </a:pP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83192-1866-B43A-C479-1257D03EC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487" y="1943100"/>
            <a:ext cx="3932237" cy="381158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A0CD0E-9D1D-2A88-C8C5-02D0BACE31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71" t="10347" r="17270" b="39653"/>
          <a:stretch>
            <a:fillRect/>
          </a:stretch>
        </p:blipFill>
        <p:spPr>
          <a:xfrm>
            <a:off x="7988300" y="3428999"/>
            <a:ext cx="4203700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72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8A1D-1A69-B8DD-C449-0682337A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618"/>
            <a:ext cx="10515600" cy="1325563"/>
          </a:xfrm>
        </p:spPr>
        <p:txBody>
          <a:bodyPr/>
          <a:lstStyle/>
          <a:p>
            <a:r>
              <a:rPr lang="en-US" dirty="0"/>
              <a:t>PROCESS SYNCHRONIZATION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1F914-A9AE-5AF0-10EB-FE67BE30A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48981"/>
            <a:ext cx="10515600" cy="9291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operating systems coordinate processes that share data and resources without stepping on each other’s work.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0ECCB-58FF-F9B5-2AED-F65DFD9F24D4}"/>
              </a:ext>
            </a:extLst>
          </p:cNvPr>
          <p:cNvSpPr txBox="1"/>
          <p:nvPr/>
        </p:nvSpPr>
        <p:spPr>
          <a:xfrm>
            <a:off x="838200" y="2617748"/>
            <a:ext cx="728570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Chapters 6 &amp; 7 explained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8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7CC88-715E-508E-BA4A-430C41BD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 through bank account analogy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25BB01-1839-9AE9-3CB3-1BC1F8CAA1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5867045"/>
              </p:ext>
            </p:extLst>
          </p:nvPr>
        </p:nvGraphicFramePr>
        <p:xfrm>
          <a:off x="838200" y="1690688"/>
          <a:ext cx="10515600" cy="3825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05CE26-51AC-992D-27D8-23B43D271635}"/>
              </a:ext>
            </a:extLst>
          </p:cNvPr>
          <p:cNvSpPr txBox="1"/>
          <p:nvPr/>
        </p:nvSpPr>
        <p:spPr>
          <a:xfrm>
            <a:off x="970936" y="5515897"/>
            <a:ext cx="10382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both read P100 before either saves its update one write can overwrite the other. The account may end at P120 or P150 instead of the correct P170.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09A22-0C7C-0FC8-7542-4E3177513FC8}"/>
              </a:ext>
            </a:extLst>
          </p:cNvPr>
          <p:cNvSpPr txBox="1"/>
          <p:nvPr/>
        </p:nvSpPr>
        <p:spPr>
          <a:xfrm>
            <a:off x="997975" y="6308209"/>
            <a:ext cx="551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That timing dependent mistake is a race condition.</a:t>
            </a:r>
          </a:p>
        </p:txBody>
      </p:sp>
    </p:spTree>
    <p:extLst>
      <p:ext uri="{BB962C8B-B14F-4D97-AF65-F5344CB8AC3E}">
        <p14:creationId xmlns:p14="http://schemas.microsoft.com/office/powerpoint/2010/main" val="109950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60FA-F4B3-E7EA-09F0-CEDDEA6D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synchronization?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4AAAA-D3D5-BD3E-068A-9A0F8EF1D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Processes and threads can run concurrently, and their steps may interleave.</a:t>
            </a:r>
          </a:p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If they access the same data at the same time, the result can be wrong.</a:t>
            </a:r>
          </a:p>
          <a:p>
            <a:pPr>
              <a:spcAft>
                <a:spcPts val="1300"/>
              </a:spcAft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 Synchronization controls the order in which they access shared resources.</a:t>
            </a:r>
          </a:p>
          <a:p>
            <a:pPr>
              <a:spcAft>
                <a:spcPts val="1300"/>
              </a:spcAft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Shared data + overlapping updates = risk of inconsistency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04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3B8C-00DE-02EB-83A1-370066972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26" y="149276"/>
            <a:ext cx="10515600" cy="1325563"/>
          </a:xfrm>
        </p:spPr>
        <p:txBody>
          <a:bodyPr/>
          <a:lstStyle/>
          <a:p>
            <a:r>
              <a:rPr lang="en-US" dirty="0"/>
              <a:t>What is a critical section?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C5E120-F2E0-5DA1-6C8B-EECBDCD02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5000"/>
          </a:blip>
          <a:srcRect b="14827"/>
          <a:stretch>
            <a:fillRect/>
          </a:stretch>
        </p:blipFill>
        <p:spPr>
          <a:xfrm>
            <a:off x="8178800" y="3429000"/>
            <a:ext cx="4013200" cy="3429000"/>
          </a:xfrm>
          <a:prstGeom prst="rect">
            <a:avLst/>
          </a:prstGeom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E97B47-3A21-1A8D-3B1A-68C0642F813B}"/>
              </a:ext>
            </a:extLst>
          </p:cNvPr>
          <p:cNvSpPr txBox="1"/>
          <p:nvPr/>
        </p:nvSpPr>
        <p:spPr>
          <a:xfrm>
            <a:off x="0" y="1474839"/>
            <a:ext cx="12362487" cy="1792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A critical section is the part of a program that accesses shared data or a shared resource.</a:t>
            </a:r>
          </a:p>
          <a:p>
            <a:pPr>
              <a:spcAft>
                <a:spcPts val="1300"/>
              </a:spcAft>
              <a:defRPr sz="20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Only one process should be inside the protected critical section at a time when it could conflict with another.</a:t>
            </a:r>
          </a:p>
          <a:p>
            <a:pPr>
              <a:spcAft>
                <a:spcPts val="1300"/>
              </a:spcAft>
              <a:defRPr sz="20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Typical structure: entry section → critical section → exit section → remainder section.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16F51F-0A6B-6F7E-D9C1-41D4E98C1BF0}"/>
              </a:ext>
            </a:extLst>
          </p:cNvPr>
          <p:cNvSpPr txBox="1"/>
          <p:nvPr/>
        </p:nvSpPr>
        <p:spPr>
          <a:xfrm>
            <a:off x="145026" y="4593200"/>
            <a:ext cx="5209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Bank analogy</a:t>
            </a:r>
          </a:p>
          <a:p>
            <a:r>
              <a:rPr lang="en-US" dirty="0"/>
              <a:t>The balance update is the critical section: read, calculate, and save as one protected operation</a:t>
            </a:r>
          </a:p>
        </p:txBody>
      </p:sp>
    </p:spTree>
    <p:extLst>
      <p:ext uri="{BB962C8B-B14F-4D97-AF65-F5344CB8AC3E}">
        <p14:creationId xmlns:p14="http://schemas.microsoft.com/office/powerpoint/2010/main" val="342628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39C2-CC27-56E4-0082-D96A6A91B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rules a solution should satisfy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59FEBA-0B86-54D7-DC3F-C46C30D00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9424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49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A291-6B87-BE4B-C00D-ABA7218C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Peterson’s solution and memory barriers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C5FE8-FDEE-D2D7-7B5A-3262AA32E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Peterson’s solution is a classic software example for coordinating two processes.</a:t>
            </a:r>
          </a:p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It uses flags to show who wants to enter and a turn variable to help decide who goes next.</a:t>
            </a:r>
          </a:p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The lecture notes that modern processors or compilers may reorder operations, so the classic solution is not guaranteed to work as written.</a:t>
            </a:r>
          </a:p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A memory barrier helps ensure memory operations become visible in the required order</a:t>
            </a:r>
          </a:p>
        </p:txBody>
      </p:sp>
    </p:spTree>
    <p:extLst>
      <p:ext uri="{BB962C8B-B14F-4D97-AF65-F5344CB8AC3E}">
        <p14:creationId xmlns:p14="http://schemas.microsoft.com/office/powerpoint/2010/main" val="241483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CD7E-E1D2-20B8-6C41-98764C17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support: atomic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FAA7F-07E5-0B47-7661-6B370D447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Atomic means an operation completes as one indivisible step another process cannot interrupt it halfway through.</a:t>
            </a:r>
          </a:p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Test-and-set checks a value and sets it in one atomic operation.</a:t>
            </a:r>
          </a:p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Compare-and-swap changes a value only if it matches an expected value.</a:t>
            </a:r>
          </a:p>
          <a:p>
            <a:pPr marL="0" indent="0">
              <a:spcAft>
                <a:spcPts val="1300"/>
              </a:spcAft>
              <a:buNone/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Atomic variables support safe updates to simple values such as integers.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ACC3030-3559-2680-1F0B-0E1752116A10}"/>
              </a:ext>
            </a:extLst>
          </p:cNvPr>
          <p:cNvSpPr/>
          <p:nvPr/>
        </p:nvSpPr>
        <p:spPr>
          <a:xfrm>
            <a:off x="8627806" y="5757939"/>
            <a:ext cx="3274142" cy="838047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rgbClr val="000000">
                <a:alpha val="1882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4F349-61EE-0D49-B3C5-E8098C4697B3}"/>
              </a:ext>
            </a:extLst>
          </p:cNvPr>
          <p:cNvSpPr txBox="1"/>
          <p:nvPr/>
        </p:nvSpPr>
        <p:spPr>
          <a:xfrm flipH="1">
            <a:off x="8707694" y="5863255"/>
            <a:ext cx="292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These operations are building blocks for higher level locks.</a:t>
            </a:r>
          </a:p>
        </p:txBody>
      </p:sp>
    </p:spTree>
    <p:extLst>
      <p:ext uri="{BB962C8B-B14F-4D97-AF65-F5344CB8AC3E}">
        <p14:creationId xmlns:p14="http://schemas.microsoft.com/office/powerpoint/2010/main" val="327418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E389356-DF37-0D1F-3768-9B2A631EBD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6760643"/>
              </p:ext>
            </p:extLst>
          </p:nvPr>
        </p:nvGraphicFramePr>
        <p:xfrm>
          <a:off x="286621" y="529642"/>
          <a:ext cx="8128000" cy="5633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B0E4FAD-1579-C651-BEB8-C238F7F3CC6D}"/>
              </a:ext>
            </a:extLst>
          </p:cNvPr>
          <p:cNvSpPr txBox="1"/>
          <p:nvPr/>
        </p:nvSpPr>
        <p:spPr>
          <a:xfrm>
            <a:off x="309716" y="206477"/>
            <a:ext cx="936522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Mutex locks: one key for one room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AD8B5-4BF5-E76E-E603-04A0A3909F66}"/>
              </a:ext>
            </a:extLst>
          </p:cNvPr>
          <p:cNvSpPr txBox="1"/>
          <p:nvPr/>
        </p:nvSpPr>
        <p:spPr>
          <a:xfrm>
            <a:off x="309716" y="5368413"/>
            <a:ext cx="11618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Bank example: only the person holding the key can update the balance. Everyone else waits until the key is returned.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95421-8067-939E-B37B-026AF50BCD5B}"/>
              </a:ext>
            </a:extLst>
          </p:cNvPr>
          <p:cNvSpPr txBox="1"/>
          <p:nvPr/>
        </p:nvSpPr>
        <p:spPr>
          <a:xfrm>
            <a:off x="309716" y="6014744"/>
            <a:ext cx="8136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Busy waiting / spinlock: a process repeatedly checks the lock instead of sleeping</a:t>
            </a:r>
          </a:p>
        </p:txBody>
      </p:sp>
    </p:spTree>
    <p:extLst>
      <p:ext uri="{BB962C8B-B14F-4D97-AF65-F5344CB8AC3E}">
        <p14:creationId xmlns:p14="http://schemas.microsoft.com/office/powerpoint/2010/main" val="337614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Graphic spid="2" grpId="1">
        <p:bldAsOne/>
      </p:bldGraphic>
      <p:bldP spid="3" grpId="0"/>
      <p:bldP spid="3" grpId="1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0208-076E-0330-FA27-64C65A715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76" y="18255"/>
            <a:ext cx="10515600" cy="1325563"/>
          </a:xfrm>
        </p:spPr>
        <p:txBody>
          <a:bodyPr/>
          <a:lstStyle/>
          <a:p>
            <a:r>
              <a:rPr lang="en-US" dirty="0"/>
              <a:t>Semaphores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48897-03BF-EE06-43DC-74C43520E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300"/>
              </a:spcAft>
              <a:defRPr sz="2100">
                <a:solidFill>
                  <a:srgbClr val="27313E"/>
                </a:solidFill>
                <a:latin typeface="Aptos"/>
              </a:defRPr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AFE9E-167F-25F6-89B7-4ABC189B7384}"/>
              </a:ext>
            </a:extLst>
          </p:cNvPr>
          <p:cNvSpPr txBox="1"/>
          <p:nvPr/>
        </p:nvSpPr>
        <p:spPr>
          <a:xfrm>
            <a:off x="254875" y="1720840"/>
            <a:ext cx="108282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an integer variable that can be incremented or decremented atomically. It can represent the number Of available resources or Signals the completion of an operation</a:t>
            </a:r>
          </a:p>
          <a:p>
            <a:endParaRPr lang="en-US" dirty="0"/>
          </a:p>
          <a:p>
            <a:r>
              <a:rPr lang="en-US" dirty="0"/>
              <a:t>To solve Bounded Buffer problems, we can use three semaphores:</a:t>
            </a:r>
          </a:p>
          <a:p>
            <a:endParaRPr lang="en-US" dirty="0"/>
          </a:p>
          <a:p>
            <a:r>
              <a:rPr lang="en-US" dirty="0"/>
              <a:t>Empty representing the number of empty slots in the buffer; initially its set to the buffers capacity.</a:t>
            </a:r>
          </a:p>
          <a:p>
            <a:endParaRPr lang="en-US" dirty="0"/>
          </a:p>
          <a:p>
            <a:r>
              <a:rPr lang="en-US" dirty="0"/>
              <a:t>full: representing the number of occupied slots in the buffer initially, it's set to zero</a:t>
            </a:r>
          </a:p>
          <a:p>
            <a:endParaRPr lang="en-US" dirty="0"/>
          </a:p>
          <a:p>
            <a:r>
              <a:rPr lang="en-US" dirty="0"/>
              <a:t>Buffer manipulation: a binary as mutex to ensure that only one consumer or producer uses the buffer.</a:t>
            </a:r>
          </a:p>
        </p:txBody>
      </p:sp>
    </p:spTree>
    <p:extLst>
      <p:ext uri="{BB962C8B-B14F-4D97-AF65-F5344CB8AC3E}">
        <p14:creationId xmlns:p14="http://schemas.microsoft.com/office/powerpoint/2010/main" val="368365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1C6E-87DF-F62B-8A59-311FF589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Semaphores: controlling access with a counter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1693AA-761D-35BC-34AC-D4059A2BF8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742124"/>
              </p:ext>
            </p:extLst>
          </p:nvPr>
        </p:nvGraphicFramePr>
        <p:xfrm>
          <a:off x="-855408" y="1866491"/>
          <a:ext cx="12209207" cy="2569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23D1D29-2335-4FA9-DC7A-545C0AF4175F}"/>
              </a:ext>
            </a:extLst>
          </p:cNvPr>
          <p:cNvSpPr txBox="1"/>
          <p:nvPr/>
        </p:nvSpPr>
        <p:spPr>
          <a:xfrm>
            <a:off x="838200" y="4793225"/>
            <a:ext cx="9306232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Binary semaphore: value is 0 or 1; can act like a single-access gate.</a:t>
            </a:r>
          </a:p>
          <a:p>
            <a:pPr>
              <a:spcAft>
                <a:spcPts val="1300"/>
              </a:spcAft>
              <a:defRPr sz="19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Counting semaphore, tracks multiple available instances of a resource.</a:t>
            </a:r>
          </a:p>
        </p:txBody>
      </p:sp>
    </p:spTree>
    <p:extLst>
      <p:ext uri="{BB962C8B-B14F-4D97-AF65-F5344CB8AC3E}">
        <p14:creationId xmlns:p14="http://schemas.microsoft.com/office/powerpoint/2010/main" val="232780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D414-B227-2F3E-AA55-5D360B68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Monitors and condition variables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A1FB8D-FA1C-D0BF-6729-1EA661147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57056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A2A6A2A-14D4-712E-0BF6-938F20D70A4D}"/>
              </a:ext>
            </a:extLst>
          </p:cNvPr>
          <p:cNvSpPr/>
          <p:nvPr/>
        </p:nvSpPr>
        <p:spPr>
          <a:xfrm>
            <a:off x="838200" y="5907722"/>
            <a:ext cx="9494520" cy="84359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00000"/>
                </a:solidFill>
              </a:rPr>
              <a:t>Think of a monitor as a controlled service counter: only one customer is served inside, and customers can wait until their requirement is ready.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40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17374-A4AA-DE10-C4B6-BA69EC03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Liveness: can processes keep making progress?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3F9DA69-F2BA-42D6-5F3B-0C8924283D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311451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C6909-634C-AD92-451A-ECB8EC71C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 correct synchronization design must protect data and help processes make progress.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E88-7A08-6571-A443-5F5A9D448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0"/>
            <a:ext cx="9144000" cy="2387600"/>
          </a:xfrm>
        </p:spPr>
        <p:txBody>
          <a:bodyPr/>
          <a:lstStyle/>
          <a:p>
            <a:pPr algn="l"/>
            <a:r>
              <a:rPr lang="en-US" dirty="0"/>
              <a:t>Synchronization examples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0D805-3412-27A8-477E-F4E4D39A1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3048556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Application of tools to common situations where processes share resources.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938EF-BFB8-329F-7C88-77F2072A41F4}"/>
              </a:ext>
            </a:extLst>
          </p:cNvPr>
          <p:cNvSpPr txBox="1"/>
          <p:nvPr/>
        </p:nvSpPr>
        <p:spPr>
          <a:xfrm>
            <a:off x="335280" y="660956"/>
            <a:ext cx="466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Chapter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EEC75-F0C1-12AB-CCD6-5596EBED5F03}"/>
              </a:ext>
            </a:extLst>
          </p:cNvPr>
          <p:cNvSpPr txBox="1"/>
          <p:nvPr/>
        </p:nvSpPr>
        <p:spPr>
          <a:xfrm>
            <a:off x="777240" y="5760720"/>
            <a:ext cx="644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Producer-consumer &gt; Readers-writers &gt; Dining philosophers</a:t>
            </a:r>
          </a:p>
        </p:txBody>
      </p:sp>
    </p:spTree>
    <p:extLst>
      <p:ext uri="{BB962C8B-B14F-4D97-AF65-F5344CB8AC3E}">
        <p14:creationId xmlns:p14="http://schemas.microsoft.com/office/powerpoint/2010/main" val="112142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8EC2-584D-C902-5242-A55752DC7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synchronization problems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A15C14-353F-6429-0DD7-C0FF5FC24A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4441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125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717E-17BC-62FB-C720-ADB70461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Bounded buffer: what do the semaphores mean?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A0F82D-C77D-F201-02F8-2249F08719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187642"/>
              </p:ext>
            </p:extLst>
          </p:nvPr>
        </p:nvGraphicFramePr>
        <p:xfrm>
          <a:off x="838200" y="1825625"/>
          <a:ext cx="10515600" cy="273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BCCB4F-73C1-E7C9-4420-E13CD9542F6C}"/>
              </a:ext>
            </a:extLst>
          </p:cNvPr>
          <p:cNvSpPr txBox="1"/>
          <p:nvPr/>
        </p:nvSpPr>
        <p:spPr>
          <a:xfrm>
            <a:off x="757144" y="4691697"/>
            <a:ext cx="10515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problems primary challenges are to ensure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provider doesn’t overwrite existing data in the buffer before its consumed.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consumer doesn’t read data that has already been processed.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buffer manages its limited capacity efficiently. </a:t>
            </a:r>
          </a:p>
          <a:p>
            <a:r>
              <a:rPr lang="en-US" dirty="0">
                <a:solidFill>
                  <a:srgbClr val="FF0000"/>
                </a:solidFill>
              </a:rPr>
              <a:t>The problems exemplifies common synchronization and concurrency issues in real world applications such as task scheduling and inter process communication. The problem can include consumers </a:t>
            </a:r>
            <a:r>
              <a:rPr lang="en-US" dirty="0" err="1">
                <a:solidFill>
                  <a:srgbClr val="FF0000"/>
                </a:solidFill>
              </a:rPr>
              <a:t>a.nd</a:t>
            </a:r>
            <a:r>
              <a:rPr lang="en-US" dirty="0">
                <a:solidFill>
                  <a:srgbClr val="FF0000"/>
                </a:solidFill>
              </a:rPr>
              <a:t> providers, which creates additional challenges</a:t>
            </a:r>
          </a:p>
        </p:txBody>
      </p:sp>
    </p:spTree>
    <p:extLst>
      <p:ext uri="{BB962C8B-B14F-4D97-AF65-F5344CB8AC3E}">
        <p14:creationId xmlns:p14="http://schemas.microsoft.com/office/powerpoint/2010/main" val="357255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DD97-9BC1-47FF-045C-BB4850BE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06" y="18255"/>
            <a:ext cx="10515600" cy="1325563"/>
          </a:xfrm>
        </p:spPr>
        <p:txBody>
          <a:bodyPr/>
          <a:lstStyle/>
          <a:p>
            <a:r>
              <a:rPr lang="en-US" dirty="0"/>
              <a:t>Synchronization in Linux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5587BB-D422-ACA1-B304-50AE17B03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0661543"/>
              </p:ext>
            </p:extLst>
          </p:nvPr>
        </p:nvGraphicFramePr>
        <p:xfrm>
          <a:off x="286406" y="1253331"/>
          <a:ext cx="10515600" cy="2341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38C7C78-2575-168A-DC91-FE0C8AC5C2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8290722"/>
              </p:ext>
            </p:extLst>
          </p:nvPr>
        </p:nvGraphicFramePr>
        <p:xfrm>
          <a:off x="286405" y="3429000"/>
          <a:ext cx="10515599" cy="2341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D99B8F-EDDB-6304-1580-75C83B44C6D3}"/>
              </a:ext>
            </a:extLst>
          </p:cNvPr>
          <p:cNvSpPr txBox="1"/>
          <p:nvPr/>
        </p:nvSpPr>
        <p:spPr>
          <a:xfrm>
            <a:off x="286403" y="5604669"/>
            <a:ext cx="10425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mutex protects shared data from simultaneous access.</a:t>
            </a:r>
          </a:p>
          <a:p>
            <a:r>
              <a:rPr lang="en-US" dirty="0"/>
              <a:t>A condition variable allows a thread to sleep until another thread signals that the condition has changed</a:t>
            </a:r>
          </a:p>
        </p:txBody>
      </p:sp>
    </p:spTree>
    <p:extLst>
      <p:ext uri="{BB962C8B-B14F-4D97-AF65-F5344CB8AC3E}">
        <p14:creationId xmlns:p14="http://schemas.microsoft.com/office/powerpoint/2010/main" val="349279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DF8E-ED59-D914-87F1-40ACB5C7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Bounded buffer problem: producer and consumer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89DB8D9-BD4B-7E61-4C81-C1CF34C5F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95422"/>
              </p:ext>
            </p:extLst>
          </p:nvPr>
        </p:nvGraphicFramePr>
        <p:xfrm>
          <a:off x="716280" y="1690688"/>
          <a:ext cx="10515600" cy="333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6C6E7E-4EB8-5F12-D5A2-3714B5E9A55B}"/>
              </a:ext>
            </a:extLst>
          </p:cNvPr>
          <p:cNvSpPr txBox="1"/>
          <p:nvPr/>
        </p:nvSpPr>
        <p:spPr>
          <a:xfrm>
            <a:off x="960120" y="5029200"/>
            <a:ext cx="10271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1900">
                <a:solidFill>
                  <a:srgbClr val="27313E"/>
                </a:solidFill>
                <a:latin typeface="Aptos"/>
              </a:defRPr>
            </a:pPr>
            <a:r>
              <a:rPr lang="en-US" sz="2400" dirty="0"/>
              <a:t>Limited shared space for items.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E16F7-FD14-786E-48BF-CF24935A66A3}"/>
              </a:ext>
            </a:extLst>
          </p:cNvPr>
          <p:cNvSpPr txBox="1"/>
          <p:nvPr/>
        </p:nvSpPr>
        <p:spPr>
          <a:xfrm>
            <a:off x="960120" y="5846544"/>
            <a:ext cx="983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mutex prevents the producer and consumer from changing the buffer at the same time.</a:t>
            </a:r>
          </a:p>
          <a:p>
            <a:r>
              <a:rPr lang="en-US" dirty="0"/>
              <a:t>A producer must wait when the buffer is full, a consumer must wait when the buffer is empty.</a:t>
            </a:r>
          </a:p>
        </p:txBody>
      </p:sp>
    </p:spTree>
    <p:extLst>
      <p:ext uri="{BB962C8B-B14F-4D97-AF65-F5344CB8AC3E}">
        <p14:creationId xmlns:p14="http://schemas.microsoft.com/office/powerpoint/2010/main" val="157101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82A0C-D91C-A909-C3D2-7DAFB2C0F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 in windows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37E488-22EC-C0E6-84E5-B69A7CFEA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46933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8586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6E1C-B9C0-091C-9B94-D39EB8375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92" y="301942"/>
            <a:ext cx="10515600" cy="1325563"/>
          </a:xfrm>
        </p:spPr>
        <p:txBody>
          <a:bodyPr/>
          <a:lstStyle/>
          <a:p>
            <a:r>
              <a:rPr lang="en-US" dirty="0"/>
              <a:t>Readers writers problem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6A791C-326D-DC40-B548-4451A0F01E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878909"/>
              </p:ext>
            </p:extLst>
          </p:nvPr>
        </p:nvGraphicFramePr>
        <p:xfrm>
          <a:off x="371992" y="1627505"/>
          <a:ext cx="10515600" cy="3685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413503-6661-0CD6-3477-9E5E4AC9F3DA}"/>
              </a:ext>
            </a:extLst>
          </p:cNvPr>
          <p:cNvSpPr txBox="1"/>
          <p:nvPr/>
        </p:nvSpPr>
        <p:spPr>
          <a:xfrm>
            <a:off x="371992" y="4416946"/>
            <a:ext cx="988798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27313E"/>
                </a:solidFill>
                <a:latin typeface="Aptos"/>
              </a:defRPr>
            </a:pPr>
            <a:endParaRPr lang="en-US" dirty="0">
              <a:solidFill>
                <a:srgbClr val="2A354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54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33CC98-2BC9-FEBF-2BB3-C097D72C8944}"/>
              </a:ext>
            </a:extLst>
          </p:cNvPr>
          <p:cNvSpPr txBox="1"/>
          <p:nvPr/>
        </p:nvSpPr>
        <p:spPr>
          <a:xfrm>
            <a:off x="472965" y="630621"/>
            <a:ext cx="1082440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Problem:</a:t>
            </a:r>
          </a:p>
          <a:p>
            <a:endParaRPr lang="en-US" dirty="0"/>
          </a:p>
          <a:p>
            <a:r>
              <a:rPr lang="en-US" dirty="0"/>
              <a:t>•⁠  ⁠If two readers access data simultaneously, there will be no progress as they would only be reading and not updating. the database</a:t>
            </a:r>
          </a:p>
          <a:p>
            <a:endParaRPr lang="en-US" dirty="0"/>
          </a:p>
          <a:p>
            <a:r>
              <a:rPr lang="en-US" dirty="0"/>
              <a:t>•⁠  ⁠Only one writer can access the database at a time. There cannot be two writers working simultaneously. Also, a reader and a writer cannot work at the same time</a:t>
            </a:r>
          </a:p>
          <a:p>
            <a:endParaRPr lang="en-US" dirty="0"/>
          </a:p>
          <a:p>
            <a:r>
              <a:rPr lang="en-US" sz="4400" dirty="0"/>
              <a:t>Solution</a:t>
            </a:r>
          </a:p>
          <a:p>
            <a:endParaRPr lang="en-US" dirty="0"/>
          </a:p>
          <a:p>
            <a:r>
              <a:rPr lang="en-US" dirty="0"/>
              <a:t>-Mutex lock when the writer is active the mutex locks for the readers. They can't access the data at that moment</a:t>
            </a:r>
          </a:p>
        </p:txBody>
      </p:sp>
    </p:spTree>
    <p:extLst>
      <p:ext uri="{BB962C8B-B14F-4D97-AF65-F5344CB8AC3E}">
        <p14:creationId xmlns:p14="http://schemas.microsoft.com/office/powerpoint/2010/main" val="3765319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E37D-D0D2-45A6-B882-AE9D8D2C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Readers–writers: problems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386D5-C0A0-C391-746B-3FC0DF55A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31" y="1448184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700"/>
              </a:spcAft>
              <a:defRPr sz="2100">
                <a:solidFill>
                  <a:srgbClr val="27313E"/>
                </a:solidFill>
                <a:latin typeface="Aptos"/>
              </a:defRPr>
            </a:pPr>
            <a:r>
              <a:rPr lang="en-US" sz="2900" dirty="0">
                <a:solidFill>
                  <a:srgbClr val="2A3545"/>
                </a:solidFill>
              </a:rPr>
              <a:t>Problem 1 — Writer starvation</a:t>
            </a: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2A3545"/>
                </a:solidFill>
              </a:rPr>
              <a:t> New readers keep arriving, so a writer may wait indefinitely.</a:t>
            </a: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2A3545"/>
                </a:solidFill>
              </a:rPr>
              <a:t>Solution</a:t>
            </a: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2A3545"/>
                </a:solidFill>
              </a:rPr>
              <a:t> Once a writer is waiting, stop new readers from entering until the writer gets a turn.</a:t>
            </a: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2A3545"/>
                </a:solidFill>
              </a:rPr>
              <a:t>Problem 2 — Unsafe simultaneous writing</a:t>
            </a: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2A3545"/>
                </a:solidFill>
              </a:rPr>
              <a:t> Two writers changing the data together can overwrite each other’s work.</a:t>
            </a: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2A3545"/>
                </a:solidFill>
              </a:rPr>
              <a:t>Solution</a:t>
            </a: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2A3545"/>
                </a:solidFill>
              </a:rPr>
              <a:t>Let only one writer access the data at a time.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9BD616-4A1E-2058-1CEE-EDF29058523C}"/>
              </a:ext>
            </a:extLst>
          </p:cNvPr>
          <p:cNvSpPr/>
          <p:nvPr/>
        </p:nvSpPr>
        <p:spPr>
          <a:xfrm>
            <a:off x="7382467" y="5580993"/>
            <a:ext cx="4617720" cy="1147763"/>
          </a:xfrm>
          <a:prstGeom prst="roundRect">
            <a:avLst/>
          </a:prstGeom>
          <a:gradFill>
            <a:gsLst>
              <a:gs pos="0">
                <a:schemeClr val="bg1"/>
              </a:gs>
              <a:gs pos="6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900"/>
              </a:spcAft>
              <a:defRPr sz="1500" b="1">
                <a:solidFill>
                  <a:srgbClr val="F1B543"/>
                </a:solidFill>
                <a:latin typeface="Aptos"/>
              </a:defRPr>
            </a:pPr>
            <a:r>
              <a:rPr lang="en-US" dirty="0"/>
              <a:t>Remember</a:t>
            </a:r>
          </a:p>
          <a:p>
            <a:pPr>
              <a:spcAft>
                <a:spcPts val="900"/>
              </a:spcAft>
              <a:defRPr sz="1500" b="1">
                <a:solidFill>
                  <a:srgbClr val="F1B543"/>
                </a:solidFill>
                <a:latin typeface="Aptos"/>
              </a:defRPr>
            </a:pPr>
            <a:r>
              <a:rPr lang="en-US" dirty="0">
                <a:solidFill>
                  <a:srgbClr val="C00000"/>
                </a:solidFill>
              </a:rPr>
              <a:t>Starvation means waiting indefinitely  not simply waiting a long time.</a:t>
            </a:r>
          </a:p>
          <a:p>
            <a:pPr>
              <a:spcAft>
                <a:spcPts val="900"/>
              </a:spcAft>
              <a:defRPr sz="1500" b="1">
                <a:solidFill>
                  <a:srgbClr val="F1B543"/>
                </a:solidFill>
                <a:latin typeface="Aptos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84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F6BB8-9649-EDBF-B6F5-27604275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examples: protecting shared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B3EDB-41A1-FC5C-76E5-F1E2CD312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07" y="1472009"/>
            <a:ext cx="10515600" cy="435133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1400" dirty="0"/>
              <a:t>Mutexes and critical sections can prevent two threads from modifying the same resource simultaneously.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B58DFF-289E-E9A4-4786-30A80B17306D}"/>
              </a:ext>
            </a:extLst>
          </p:cNvPr>
          <p:cNvSpPr/>
          <p:nvPr/>
        </p:nvSpPr>
        <p:spPr>
          <a:xfrm>
            <a:off x="1198179" y="2506717"/>
            <a:ext cx="1608083" cy="472966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Thread 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70F265-A160-7889-17A5-F6804B8FD832}"/>
              </a:ext>
            </a:extLst>
          </p:cNvPr>
          <p:cNvSpPr/>
          <p:nvPr/>
        </p:nvSpPr>
        <p:spPr>
          <a:xfrm>
            <a:off x="1198179" y="4382814"/>
            <a:ext cx="1608083" cy="4729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b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3AAA65-F255-AF94-366C-2EA4C03EDEB4}"/>
              </a:ext>
            </a:extLst>
          </p:cNvPr>
          <p:cNvSpPr/>
          <p:nvPr/>
        </p:nvSpPr>
        <p:spPr>
          <a:xfrm>
            <a:off x="3166241" y="2506717"/>
            <a:ext cx="1655380" cy="47296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Wait for lock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A3A50D-3F6D-4AB5-FACE-A7ECCFAA8E21}"/>
              </a:ext>
            </a:extLst>
          </p:cNvPr>
          <p:cNvSpPr/>
          <p:nvPr/>
        </p:nvSpPr>
        <p:spPr>
          <a:xfrm>
            <a:off x="3294993" y="4382814"/>
            <a:ext cx="1526628" cy="47296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Wait for lock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2F5275-D49E-A40E-4092-2312645914E4}"/>
              </a:ext>
            </a:extLst>
          </p:cNvPr>
          <p:cNvCxnSpPr>
            <a:endCxn id="6" idx="1"/>
          </p:cNvCxnSpPr>
          <p:nvPr/>
        </p:nvCxnSpPr>
        <p:spPr>
          <a:xfrm>
            <a:off x="2806262" y="2743200"/>
            <a:ext cx="3599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0648F3-2F72-2F73-F182-7784ACAE17D4}"/>
              </a:ext>
            </a:extLst>
          </p:cNvPr>
          <p:cNvCxnSpPr>
            <a:endCxn id="7" idx="1"/>
          </p:cNvCxnSpPr>
          <p:nvPr/>
        </p:nvCxnSpPr>
        <p:spPr>
          <a:xfrm>
            <a:off x="2806262" y="4619297"/>
            <a:ext cx="4887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D97566-98D1-038D-F8EF-14AF1D8AF33F}"/>
              </a:ext>
            </a:extLst>
          </p:cNvPr>
          <p:cNvSpPr/>
          <p:nvPr/>
        </p:nvSpPr>
        <p:spPr>
          <a:xfrm>
            <a:off x="5312979" y="3429000"/>
            <a:ext cx="2033752" cy="43735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Shared Resource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8848FD-751D-C267-9AF9-68AEFFDA651F}"/>
              </a:ext>
            </a:extLst>
          </p:cNvPr>
          <p:cNvSpPr/>
          <p:nvPr/>
        </p:nvSpPr>
        <p:spPr>
          <a:xfrm>
            <a:off x="7698828" y="2506717"/>
            <a:ext cx="1686910" cy="47296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Release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C838A2F-8275-B873-28AF-8D4EDF0015EA}"/>
              </a:ext>
            </a:extLst>
          </p:cNvPr>
          <p:cNvSpPr/>
          <p:nvPr/>
        </p:nvSpPr>
        <p:spPr>
          <a:xfrm>
            <a:off x="7746124" y="4382816"/>
            <a:ext cx="1639614" cy="4729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Release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8E737C8-0125-81FB-558D-9BF0DA54A8A5}"/>
              </a:ext>
            </a:extLst>
          </p:cNvPr>
          <p:cNvCxnSpPr/>
          <p:nvPr/>
        </p:nvCxnSpPr>
        <p:spPr>
          <a:xfrm>
            <a:off x="4821621" y="2743200"/>
            <a:ext cx="601717" cy="685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46D3ED-72A3-7CA9-66FC-2BD0C50E2173}"/>
              </a:ext>
            </a:extLst>
          </p:cNvPr>
          <p:cNvCxnSpPr/>
          <p:nvPr/>
        </p:nvCxnSpPr>
        <p:spPr>
          <a:xfrm flipV="1">
            <a:off x="4821621" y="3866357"/>
            <a:ext cx="601717" cy="6425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8AB257-A39F-52D8-71EC-6C9F8A0E495C}"/>
              </a:ext>
            </a:extLst>
          </p:cNvPr>
          <p:cNvCxnSpPr/>
          <p:nvPr/>
        </p:nvCxnSpPr>
        <p:spPr>
          <a:xfrm>
            <a:off x="7346731" y="3866357"/>
            <a:ext cx="399393" cy="5164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1211E3-47AD-3721-A262-2C3ACE0EFC1C}"/>
              </a:ext>
            </a:extLst>
          </p:cNvPr>
          <p:cNvCxnSpPr/>
          <p:nvPr/>
        </p:nvCxnSpPr>
        <p:spPr>
          <a:xfrm flipV="1">
            <a:off x="7346731" y="2979683"/>
            <a:ext cx="352097" cy="4493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B6F4FBC-FAE8-8736-BE5F-E23D392C495F}"/>
              </a:ext>
            </a:extLst>
          </p:cNvPr>
          <p:cNvSpPr txBox="1"/>
          <p:nvPr/>
        </p:nvSpPr>
        <p:spPr>
          <a:xfrm>
            <a:off x="819807" y="6000573"/>
            <a:ext cx="8547538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250">
                <a:solidFill>
                  <a:srgbClr val="B4B0BE"/>
                </a:solidFill>
                <a:latin typeface="Aptos"/>
              </a:defRPr>
            </a:pPr>
            <a:r>
              <a:rPr lang="en-US" dirty="0">
                <a:solidFill>
                  <a:srgbClr val="000000"/>
                </a:solidFill>
              </a:rPr>
              <a:t>• Only the thread that obtains the lock should enter the protected section.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50">
                <a:solidFill>
                  <a:srgbClr val="B4B0BE"/>
                </a:solidFill>
                <a:latin typeface="Aptos"/>
              </a:defRPr>
            </a:pPr>
            <a:r>
              <a:rPr lang="en-US" dirty="0">
                <a:solidFill>
                  <a:srgbClr val="000000"/>
                </a:solidFill>
              </a:rPr>
              <a:t>• The lock must be released after the shared operation is complete.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50">
                <a:solidFill>
                  <a:srgbClr val="B4B0BE"/>
                </a:solidFill>
                <a:latin typeface="Aptos"/>
              </a:defRPr>
            </a:pPr>
            <a:r>
              <a:rPr lang="en-US" dirty="0">
                <a:solidFill>
                  <a:srgbClr val="000000"/>
                </a:solidFill>
              </a:rPr>
              <a:t>• Correct locking reduces race conditions; incorrect locking can still create deadlocks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7888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0B3B-8E57-0F7C-5813-64DFF033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2586"/>
            <a:ext cx="10515600" cy="1463039"/>
          </a:xfrm>
        </p:spPr>
        <p:txBody>
          <a:bodyPr>
            <a:normAutofit/>
          </a:bodyPr>
          <a:lstStyle/>
          <a:p>
            <a:r>
              <a:rPr lang="en-US" dirty="0"/>
              <a:t>Dining philosophers problem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76BCF-0514-2F25-7C76-219E4B9DC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379160"/>
            <a:ext cx="10515600" cy="4351338"/>
          </a:xfrm>
        </p:spPr>
        <p:txBody>
          <a:bodyPr/>
          <a:lstStyle/>
          <a:p>
            <a:pPr marL="0" indent="0">
              <a:spcAft>
                <a:spcPts val="1300"/>
              </a:spcAft>
              <a:buNone/>
              <a:defRPr sz="20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Five philosophers sit around a table; each needs two chopsticks to eat.</a:t>
            </a:r>
          </a:p>
          <a:p>
            <a:pPr marL="0" indent="0">
              <a:spcAft>
                <a:spcPts val="1300"/>
              </a:spcAft>
              <a:buNone/>
              <a:defRPr sz="20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Each chopstick is shared by the two neighbors beside it.</a:t>
            </a:r>
          </a:p>
          <a:p>
            <a:pPr marL="0" indent="0">
              <a:spcAft>
                <a:spcPts val="1300"/>
              </a:spcAft>
              <a:buNone/>
              <a:defRPr sz="20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If everyone picks up one chopstick and waits for the other, nobody can eat: deadlock.</a:t>
            </a:r>
          </a:p>
          <a:p>
            <a:pPr marL="0" indent="0">
              <a:spcAft>
                <a:spcPts val="1300"/>
              </a:spcAft>
              <a:buNone/>
              <a:defRPr sz="2000">
                <a:solidFill>
                  <a:srgbClr val="27313E"/>
                </a:solidFill>
                <a:latin typeface="Aptos"/>
              </a:defRPr>
            </a:pPr>
            <a:r>
              <a:rPr lang="en-US" dirty="0"/>
              <a:t>•  A monitor solution checks a philosopher’s neighbors before allowing them to eat.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D5D2614-AE5C-9152-675B-A3A9A9467834}"/>
              </a:ext>
            </a:extLst>
          </p:cNvPr>
          <p:cNvSpPr/>
          <p:nvPr/>
        </p:nvSpPr>
        <p:spPr>
          <a:xfrm>
            <a:off x="7315200" y="5227320"/>
            <a:ext cx="4450080" cy="1268094"/>
          </a:xfrm>
          <a:prstGeom prst="roundRect">
            <a:avLst/>
          </a:prstGeom>
          <a:gradFill>
            <a:gsLst>
              <a:gs pos="0">
                <a:schemeClr val="bg1"/>
              </a:gs>
              <a:gs pos="92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900"/>
              </a:spcAft>
              <a:defRPr sz="1500" b="1">
                <a:solidFill>
                  <a:srgbClr val="F1B543"/>
                </a:solidFill>
                <a:latin typeface="Aptos"/>
              </a:defRPr>
            </a:pPr>
            <a:r>
              <a:rPr lang="en-US" dirty="0"/>
              <a:t>Key lesson</a:t>
            </a:r>
          </a:p>
          <a:p>
            <a:pPr>
              <a:spcAft>
                <a:spcPts val="900"/>
              </a:spcAft>
              <a:defRPr sz="1500" b="1">
                <a:solidFill>
                  <a:srgbClr val="F1B543"/>
                </a:solidFill>
                <a:latin typeface="Aptos"/>
              </a:defRPr>
            </a:pPr>
            <a:r>
              <a:rPr lang="en-US" dirty="0">
                <a:solidFill>
                  <a:srgbClr val="C00000"/>
                </a:solidFill>
              </a:rPr>
              <a:t>Acquiring resources one at a time can create a deadlock.</a:t>
            </a:r>
          </a:p>
          <a:p>
            <a:pPr>
              <a:spcAft>
                <a:spcPts val="900"/>
              </a:spcAft>
              <a:defRPr sz="1500" b="1">
                <a:solidFill>
                  <a:srgbClr val="F1B543"/>
                </a:solidFill>
                <a:latin typeface="Aptos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37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627056-896F-84DC-99BE-54B670652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503878"/>
              </p:ext>
            </p:extLst>
          </p:nvPr>
        </p:nvGraphicFramePr>
        <p:xfrm>
          <a:off x="783897" y="1124460"/>
          <a:ext cx="10624206" cy="460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1402">
                  <a:extLst>
                    <a:ext uri="{9D8B030D-6E8A-4147-A177-3AD203B41FA5}">
                      <a16:colId xmlns:a16="http://schemas.microsoft.com/office/drawing/2014/main" val="3946216575"/>
                    </a:ext>
                  </a:extLst>
                </a:gridCol>
                <a:gridCol w="3541402">
                  <a:extLst>
                    <a:ext uri="{9D8B030D-6E8A-4147-A177-3AD203B41FA5}">
                      <a16:colId xmlns:a16="http://schemas.microsoft.com/office/drawing/2014/main" val="3547743990"/>
                    </a:ext>
                  </a:extLst>
                </a:gridCol>
                <a:gridCol w="3541402">
                  <a:extLst>
                    <a:ext uri="{9D8B030D-6E8A-4147-A177-3AD203B41FA5}">
                      <a16:colId xmlns:a16="http://schemas.microsoft.com/office/drawing/2014/main" val="637366182"/>
                    </a:ext>
                  </a:extLst>
                </a:gridCol>
              </a:tblGrid>
              <a:tr h="7681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</a:rPr>
                        <a:t>Purposes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</a:rPr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</a:rPr>
                        <a:t>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67204"/>
                  </a:ext>
                </a:extLst>
              </a:tr>
              <a:tr h="768180">
                <a:tc>
                  <a:txBody>
                    <a:bodyPr/>
                    <a:lstStyle/>
                    <a:p>
                      <a:r>
                        <a:rPr lang="en-US" dirty="0"/>
                        <a:t>Mutual exclusion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pthread</a:t>
                      </a:r>
                      <a:r>
                        <a:rPr lang="en-US" dirty="0"/>
                        <a:t> mutex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53752"/>
                  </a:ext>
                </a:extLst>
              </a:tr>
              <a:tr h="768180">
                <a:tc>
                  <a:txBody>
                    <a:bodyPr/>
                    <a:lstStyle/>
                    <a:p>
                      <a:r>
                        <a:rPr lang="en-US" dirty="0"/>
                        <a:t>Limited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Semaphore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Semaphore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350234"/>
                  </a:ext>
                </a:extLst>
              </a:tr>
              <a:tr h="768180">
                <a:tc>
                  <a:txBody>
                    <a:bodyPr/>
                    <a:lstStyle/>
                    <a:p>
                      <a:r>
                        <a:rPr lang="en-US" dirty="0"/>
                        <a:t>Wait for a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073836"/>
                  </a:ext>
                </a:extLst>
              </a:tr>
              <a:tr h="768180">
                <a:tc>
                  <a:txBody>
                    <a:bodyPr/>
                    <a:lstStyle/>
                    <a:p>
                      <a:r>
                        <a:rPr lang="en-US" dirty="0"/>
                        <a:t>Reader writer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Mutex + condition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SRW 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27689"/>
                  </a:ext>
                </a:extLst>
              </a:tr>
              <a:tr h="768180">
                <a:tc>
                  <a:txBody>
                    <a:bodyPr/>
                    <a:lstStyle/>
                    <a:p>
                      <a:r>
                        <a:rPr lang="en-US" dirty="0"/>
                        <a:t>Signaling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 variable signaling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 objectives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04316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A1CEFBF-0C29-8908-032F-00626B662370}"/>
              </a:ext>
            </a:extLst>
          </p:cNvPr>
          <p:cNvSpPr txBox="1"/>
          <p:nvPr/>
        </p:nvSpPr>
        <p:spPr>
          <a:xfrm>
            <a:off x="783897" y="6069724"/>
            <a:ext cx="10393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The names and APIs differ, but the goals are similar: protect shared resources, coordinate execution, and prevent race conditions.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E43B6-C335-8B1B-EB12-0D2C9AD471D1}"/>
              </a:ext>
            </a:extLst>
          </p:cNvPr>
          <p:cNvSpPr txBox="1"/>
          <p:nvPr/>
        </p:nvSpPr>
        <p:spPr>
          <a:xfrm>
            <a:off x="783897" y="173421"/>
            <a:ext cx="869117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Linux vs Windows: key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753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78DD-9670-B0A6-0E04-6B9261A5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75" y="369371"/>
            <a:ext cx="10515600" cy="1325563"/>
          </a:xfrm>
        </p:spPr>
        <p:txBody>
          <a:bodyPr/>
          <a:lstStyle/>
          <a:p>
            <a:r>
              <a:rPr lang="en-US" dirty="0"/>
              <a:t>How Windows and Linux synchronize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464C91D-A696-E986-6D93-E469B92888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673492"/>
              </p:ext>
            </p:extLst>
          </p:nvPr>
        </p:nvGraphicFramePr>
        <p:xfrm>
          <a:off x="478775" y="1825625"/>
          <a:ext cx="10875025" cy="3157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2D24E1C-ABCC-71CD-D35B-7CBE1E6B1842}"/>
              </a:ext>
            </a:extLst>
          </p:cNvPr>
          <p:cNvSpPr txBox="1"/>
          <p:nvPr/>
        </p:nvSpPr>
        <p:spPr>
          <a:xfrm>
            <a:off x="478775" y="5394960"/>
            <a:ext cx="93941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4223A"/>
                </a:solidFill>
                <a:latin typeface="Aptos"/>
              </a:defRPr>
            </a:pPr>
            <a:r>
              <a:rPr lang="en-US" dirty="0"/>
              <a:t>Different implementations, same goal: safe access to shared resources.</a:t>
            </a:r>
          </a:p>
        </p:txBody>
      </p:sp>
    </p:spTree>
    <p:extLst>
      <p:ext uri="{BB962C8B-B14F-4D97-AF65-F5344CB8AC3E}">
        <p14:creationId xmlns:p14="http://schemas.microsoft.com/office/powerpoint/2010/main" val="321768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4DFC-67D2-4810-400B-1547BD66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approaches mentioned in the slides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9968BD-7DE5-8089-25B2-A602440C9F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955836"/>
              </p:ext>
            </p:extLst>
          </p:nvPr>
        </p:nvGraphicFramePr>
        <p:xfrm>
          <a:off x="838200" y="1825625"/>
          <a:ext cx="10515600" cy="3554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ACFF3C-1597-0709-DCAD-B666D6CF62D6}"/>
              </a:ext>
            </a:extLst>
          </p:cNvPr>
          <p:cNvSpPr txBox="1"/>
          <p:nvPr/>
        </p:nvSpPr>
        <p:spPr>
          <a:xfrm>
            <a:off x="838200" y="5815013"/>
            <a:ext cx="66420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SYNCHRONISE ACCESS • CONTROL ORDER • AVOID DEADLOCK</a:t>
            </a:r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12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3107FDD-4B79-6E08-E724-88E08633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833104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D112279-585D-63EE-5BDF-B5EA9D3FDAE9}"/>
              </a:ext>
            </a:extLst>
          </p:cNvPr>
          <p:cNvSpPr/>
          <p:nvPr/>
        </p:nvSpPr>
        <p:spPr>
          <a:xfrm>
            <a:off x="0" y="0"/>
            <a:ext cx="883310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3">
                  <a:lumMod val="40000"/>
                  <a:lumOff val="60000"/>
                  <a:alpha val="6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328A9408-583F-B642-C584-7C36FE9E4AA3}"/>
              </a:ext>
            </a:extLst>
          </p:cNvPr>
          <p:cNvSpPr/>
          <p:nvPr/>
        </p:nvSpPr>
        <p:spPr>
          <a:xfrm>
            <a:off x="6687312" y="0"/>
            <a:ext cx="5504688" cy="6858000"/>
          </a:xfrm>
          <a:custGeom>
            <a:avLst/>
            <a:gdLst>
              <a:gd name="csX0" fmla="*/ 1859402 w 5504688"/>
              <a:gd name="csY0" fmla="*/ 0 h 6858000"/>
              <a:gd name="csX1" fmla="*/ 5504688 w 5504688"/>
              <a:gd name="csY1" fmla="*/ 0 h 6858000"/>
              <a:gd name="csX2" fmla="*/ 5504688 w 5504688"/>
              <a:gd name="csY2" fmla="*/ 6858000 h 6858000"/>
              <a:gd name="csX3" fmla="*/ 1857368 w 5504688"/>
              <a:gd name="csY3" fmla="*/ 6858000 h 6858000"/>
              <a:gd name="csX4" fmla="*/ 1729983 w 5504688"/>
              <a:gd name="csY4" fmla="*/ 6770300 h 6858000"/>
              <a:gd name="csX5" fmla="*/ 0 w 5504688"/>
              <a:gd name="csY5" fmla="*/ 3429000 h 6858000"/>
              <a:gd name="csX6" fmla="*/ 1567284 w 5504688"/>
              <a:gd name="csY6" fmla="*/ 211485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504688" h="6858000">
                <a:moveTo>
                  <a:pt x="1859402" y="0"/>
                </a:moveTo>
                <a:lnTo>
                  <a:pt x="5504688" y="0"/>
                </a:lnTo>
                <a:lnTo>
                  <a:pt x="5504688" y="6858000"/>
                </a:lnTo>
                <a:lnTo>
                  <a:pt x="1857368" y="6858000"/>
                </a:lnTo>
                <a:lnTo>
                  <a:pt x="1729983" y="6770300"/>
                </a:lnTo>
                <a:cubicBezTo>
                  <a:pt x="679777" y="6009911"/>
                  <a:pt x="0" y="4796313"/>
                  <a:pt x="0" y="3429000"/>
                </a:cubicBezTo>
                <a:cubicBezTo>
                  <a:pt x="0" y="2133652"/>
                  <a:pt x="610105" y="976262"/>
                  <a:pt x="1567284" y="21148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3">
                <a:lumMod val="20000"/>
                <a:lumOff val="80000"/>
                <a:alpha val="30980"/>
              </a:schemeClr>
            </a:solidFill>
          </a:ln>
          <a:effectLst>
            <a:outerShdw blurRad="218807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88C9A9-E80A-10DC-DDFE-5B6E664B9C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635" t="8826" r="10923"/>
          <a:stretch>
            <a:fillRect/>
          </a:stretch>
        </p:blipFill>
        <p:spPr>
          <a:xfrm>
            <a:off x="6876288" y="0"/>
            <a:ext cx="5315712" cy="6858000"/>
          </a:xfrm>
          <a:custGeom>
            <a:avLst/>
            <a:gdLst>
              <a:gd name="csX0" fmla="*/ 1859402 w 5236464"/>
              <a:gd name="csY0" fmla="*/ 0 h 6612325"/>
              <a:gd name="csX1" fmla="*/ 5236464 w 5236464"/>
              <a:gd name="csY1" fmla="*/ 0 h 6612325"/>
              <a:gd name="csX2" fmla="*/ 5236464 w 5236464"/>
              <a:gd name="csY2" fmla="*/ 6612325 h 6612325"/>
              <a:gd name="csX3" fmla="*/ 1525690 w 5236464"/>
              <a:gd name="csY3" fmla="*/ 6612325 h 6612325"/>
              <a:gd name="csX4" fmla="*/ 1354124 w 5236464"/>
              <a:gd name="csY4" fmla="*/ 6464495 h 6612325"/>
              <a:gd name="csX5" fmla="*/ 0 w 5236464"/>
              <a:gd name="csY5" fmla="*/ 3429000 h 6612325"/>
              <a:gd name="csX6" fmla="*/ 1567284 w 5236464"/>
              <a:gd name="csY6" fmla="*/ 211485 h 6612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36464" h="6612325">
                <a:moveTo>
                  <a:pt x="1859402" y="0"/>
                </a:moveTo>
                <a:lnTo>
                  <a:pt x="5236464" y="0"/>
                </a:lnTo>
                <a:lnTo>
                  <a:pt x="5236464" y="6612325"/>
                </a:lnTo>
                <a:lnTo>
                  <a:pt x="1525690" y="6612325"/>
                </a:lnTo>
                <a:lnTo>
                  <a:pt x="1354124" y="6464495"/>
                </a:lnTo>
                <a:cubicBezTo>
                  <a:pt x="520455" y="5704110"/>
                  <a:pt x="0" y="4625399"/>
                  <a:pt x="0" y="3429000"/>
                </a:cubicBezTo>
                <a:cubicBezTo>
                  <a:pt x="0" y="2133652"/>
                  <a:pt x="610105" y="976262"/>
                  <a:pt x="1567284" y="211485"/>
                </a:cubicBezTo>
                <a:close/>
              </a:path>
            </a:pathLst>
          </a:cu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8DF0355-831F-B4D1-D5B5-56E52C82AAC2}"/>
              </a:ext>
            </a:extLst>
          </p:cNvPr>
          <p:cNvSpPr txBox="1"/>
          <p:nvPr/>
        </p:nvSpPr>
        <p:spPr>
          <a:xfrm>
            <a:off x="0" y="173736"/>
            <a:ext cx="11448288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dirty="0">
                <a:ln>
                  <a:solidFill>
                    <a:schemeClr val="tx1"/>
                  </a:solidFill>
                </a:ln>
                <a:gradFill flip="none" rotWithShape="1">
                  <a:gsLst>
                    <a:gs pos="0">
                      <a:schemeClr val="accent1">
                        <a:lumMod val="67000"/>
                      </a:schemeClr>
                    </a:gs>
                    <a:gs pos="48000">
                      <a:schemeClr val="accent1">
                        <a:lumMod val="97000"/>
                        <a:lumOff val="3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THANK YOU FOR LISTENING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3BF676B-E65A-78CA-3CC6-5D5F09976C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5" t="2060" r="34572" b="24736"/>
          <a:stretch>
            <a:fillRect/>
          </a:stretch>
        </p:blipFill>
        <p:spPr>
          <a:xfrm>
            <a:off x="5873878" y="681567"/>
            <a:ext cx="6296404" cy="6176432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0D8020-7959-7675-8FD3-10000CF8ED8B}"/>
              </a:ext>
            </a:extLst>
          </p:cNvPr>
          <p:cNvSpPr txBox="1"/>
          <p:nvPr/>
        </p:nvSpPr>
        <p:spPr>
          <a:xfrm>
            <a:off x="516933" y="1646124"/>
            <a:ext cx="474542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Sources: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8 Slides chapter 6 &amp; 7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Abraham Silbershatz Operating System Concepts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Linux man pages, Windows learn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GeeksforGeeks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 https://www.baeldung.com/</a:t>
            </a:r>
            <a:r>
              <a:rPr lang="en-US" dirty="0"/>
              <a:t>  </a:t>
            </a:r>
            <a:r>
              <a:rPr lang="en-US" dirty="0" err="1"/>
              <a:t>Baeldung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https://youtu.be/p2XDhW5INOo?si=bNR0KkAjC3NSdK6G</a:t>
            </a:r>
            <a:r>
              <a:rPr lang="en-US" dirty="0"/>
              <a:t> Neso Academy </a:t>
            </a:r>
          </a:p>
        </p:txBody>
      </p:sp>
    </p:spTree>
    <p:extLst>
      <p:ext uri="{BB962C8B-B14F-4D97-AF65-F5344CB8AC3E}">
        <p14:creationId xmlns:p14="http://schemas.microsoft.com/office/powerpoint/2010/main" val="137897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2002</Words>
  <Application>Microsoft Macintosh PowerPoint</Application>
  <PresentationFormat>Widescreen</PresentationFormat>
  <Paragraphs>263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Aharoni</vt:lpstr>
      <vt:lpstr>Aptos</vt:lpstr>
      <vt:lpstr>Aptos Display</vt:lpstr>
      <vt:lpstr>Arial</vt:lpstr>
      <vt:lpstr>Calibri</vt:lpstr>
      <vt:lpstr>Office Theme</vt:lpstr>
      <vt:lpstr>PowerPoint Presentation</vt:lpstr>
      <vt:lpstr>A presentation by Chunk B</vt:lpstr>
      <vt:lpstr>PROCESS SYNCHRONIZATION </vt:lpstr>
      <vt:lpstr>Race Condition through bank account analogy</vt:lpstr>
      <vt:lpstr>Why do we need synchronization?</vt:lpstr>
      <vt:lpstr>What is a critical section?</vt:lpstr>
      <vt:lpstr>The three rules a solution should satisfy</vt:lpstr>
      <vt:lpstr>Peterson’s solution and memory barriers</vt:lpstr>
      <vt:lpstr>Hardware support: atomic operations</vt:lpstr>
      <vt:lpstr>PowerPoint Presentation</vt:lpstr>
      <vt:lpstr>Semaphores</vt:lpstr>
      <vt:lpstr>Semaphores: controlling access with a counter</vt:lpstr>
      <vt:lpstr>Monitors and condition variables</vt:lpstr>
      <vt:lpstr>Liveness: can processes keep making progress? </vt:lpstr>
      <vt:lpstr>Synchronization examples</vt:lpstr>
      <vt:lpstr>Classic synchronization problems</vt:lpstr>
      <vt:lpstr>Bounded buffer: what do the semaphores mean?</vt:lpstr>
      <vt:lpstr>Synchronization in Linux</vt:lpstr>
      <vt:lpstr>Bounded buffer problem: producer and consumer</vt:lpstr>
      <vt:lpstr>Synchronization in windows</vt:lpstr>
      <vt:lpstr>Readers writers problem</vt:lpstr>
      <vt:lpstr>PowerPoint Presentation</vt:lpstr>
      <vt:lpstr>Readers–writers: problems and solutions</vt:lpstr>
      <vt:lpstr>Windows examples: protecting shared data</vt:lpstr>
      <vt:lpstr>Dining philosophers problem </vt:lpstr>
      <vt:lpstr>PowerPoint Presentation</vt:lpstr>
      <vt:lpstr>How Windows and Linux synchronize</vt:lpstr>
      <vt:lpstr>Other approaches mentioned in the slides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Motheo L Kolobe</dc:creator>
  <cp:lastModifiedBy>Motheo L Kolobe</cp:lastModifiedBy>
  <cp:revision>3</cp:revision>
  <dcterms:created xsi:type="dcterms:W3CDTF">2026-10-10T17:21:39Z</dcterms:created>
  <dcterms:modified xsi:type="dcterms:W3CDTF">2026-10-11T19:04:07Z</dcterms:modified>
</cp:coreProperties>
</file>